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9" Type="http://schemas.openxmlformats.org/officeDocument/2006/relationships/slideLayout" Target="../slideLayouts/slideLayout7.xml"/><Relationship Id="rId48" Type="http://schemas.openxmlformats.org/officeDocument/2006/relationships/tags" Target="../tags/tag42.xml"/><Relationship Id="rId47" Type="http://schemas.openxmlformats.org/officeDocument/2006/relationships/tags" Target="../tags/tag41.xml"/><Relationship Id="rId46" Type="http://schemas.openxmlformats.org/officeDocument/2006/relationships/tags" Target="../tags/tag40.xml"/><Relationship Id="rId45" Type="http://schemas.openxmlformats.org/officeDocument/2006/relationships/tags" Target="../tags/tag39.xml"/><Relationship Id="rId44" Type="http://schemas.openxmlformats.org/officeDocument/2006/relationships/tags" Target="../tags/tag38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tags" Target="../tags/tag4.xml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tags" Target="../tags/tag3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3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image" Target="../media/image6.svg"/><Relationship Id="rId24" Type="http://schemas.openxmlformats.org/officeDocument/2006/relationships/image" Target="../media/image5.png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D5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057275" y="2576195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42900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33388"/>
            <a:ext cx="8643785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界面二：外设控制页（</a:t>
            </a:r>
            <a:r>
              <a:rPr lang="en-US" altLang="zh-CN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Page_One</a:t>
            </a:r>
            <a:r>
              <a:rPr lang="zh-CN" altLang="en-US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</a:t>
            </a:r>
            <a:r>
              <a:rPr lang="zh-CN" altLang="en-US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触摸按钮</a:t>
            </a:r>
            <a:endParaRPr lang="zh-CN" altLang="en-US" sz="3000" b="1" spc="-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61645" y="1166495"/>
            <a:ext cx="4181475" cy="5343525"/>
          </a:xfrm>
          <a:custGeom>
            <a:avLst/>
            <a:gdLst>
              <a:gd name="sw" fmla="*/ 1 w 6585"/>
              <a:gd name="sh" fmla="*/ 1 h 8415"/>
              <a:gd name="mins" fmla="min sw sh"/>
              <a:gd name="dsw" fmla="+- 0 sw mins"/>
              <a:gd name="dsh" fmla="+- 0 sh mins"/>
              <a:gd name="p0x0" fmla="*/ 180 w 6585"/>
              <a:gd name="p0y0" fmla="*/ 0 h 8415"/>
              <a:gd name="p0x1" fmla="*/ 6405 w 6585"/>
              <a:gd name="p0y1" fmla="*/ 0 h 8415"/>
              <a:gd name="p0x2" fmla="*/ 6504 w 6585"/>
              <a:gd name="p0y2" fmla="*/ 0 h 8415"/>
              <a:gd name="p0x3" fmla="*/ 6585 w 6585"/>
              <a:gd name="p0y3" fmla="*/ 80 h 8415"/>
              <a:gd name="p0x4" fmla="*/ 6585 w 6585"/>
              <a:gd name="p0y4" fmla="*/ 180 h 8415"/>
              <a:gd name="p0x5" fmla="*/ 6585 w 6585"/>
              <a:gd name="p0y5" fmla="*/ 8235 h 8415"/>
              <a:gd name="p0x6" fmla="*/ 6585 w 6585"/>
              <a:gd name="p0y6" fmla="*/ 8334 h 8415"/>
              <a:gd name="p0x7" fmla="*/ 6504 w 6585"/>
              <a:gd name="p0y7" fmla="*/ 8415 h 8415"/>
              <a:gd name="p0x8" fmla="*/ 6405 w 6585"/>
              <a:gd name="p0y8" fmla="*/ 8415 h 8415"/>
              <a:gd name="p0x9" fmla="*/ 180 w 6585"/>
              <a:gd name="p0y9" fmla="*/ 8415 h 8415"/>
              <a:gd name="p0x10" fmla="*/ 80 w 6585"/>
              <a:gd name="p0y10" fmla="*/ 8415 h 8415"/>
              <a:gd name="p0x11" fmla="*/ 0 w 6585"/>
              <a:gd name="p0y11" fmla="*/ 8334 h 8415"/>
              <a:gd name="p0x12" fmla="*/ 0 w 6585"/>
              <a:gd name="p0y12" fmla="*/ 8235 h 8415"/>
              <a:gd name="p0x13" fmla="*/ 0 w 6585"/>
              <a:gd name="p0y13" fmla="*/ 180 h 8415"/>
              <a:gd name="p0x14" fmla="*/ 0 w 6585"/>
              <a:gd name="p0y14" fmla="*/ 80 h 8415"/>
              <a:gd name="p0x15" fmla="*/ 80 w 6585"/>
              <a:gd name="p0y15" fmla="*/ 0 h 8415"/>
              <a:gd name="p0x16" fmla="*/ 180 w 6585"/>
              <a:gd name="p0y16" fmla="*/ 0 h 8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4"/>
            </p:custDataLst>
          </p:nvPr>
        </p:nvSpPr>
        <p:spPr>
          <a:xfrm>
            <a:off x="1198880" y="6090920"/>
            <a:ext cx="1378585" cy="219075"/>
          </a:xfrm>
          <a:custGeom>
            <a:avLst/>
            <a:gdLst>
              <a:gd name="sw" fmla="*/ 1 w 2170"/>
              <a:gd name="sh" fmla="*/ 1 h 345"/>
              <a:gd name="mins" fmla="min sw sh"/>
              <a:gd name="dsw" fmla="+- 0 sw mins"/>
              <a:gd name="dsh" fmla="+- 0 sh mins"/>
              <a:gd name="p0x0" fmla="*/ 172 w 2170"/>
              <a:gd name="p0y0" fmla="*/ 0 h 345"/>
              <a:gd name="p0x1" fmla="*/ 1998 w 2170"/>
              <a:gd name="p0y1" fmla="*/ 0 h 345"/>
              <a:gd name="p0x2" fmla="*/ 2093 w 2170"/>
              <a:gd name="p0y2" fmla="*/ 0 h 345"/>
              <a:gd name="p0x3" fmla="*/ 2170 w 2170"/>
              <a:gd name="p0y3" fmla="*/ 77 h 345"/>
              <a:gd name="p0x4" fmla="*/ 2170 w 2170"/>
              <a:gd name="p0y4" fmla="*/ 172 h 345"/>
              <a:gd name="p0x5" fmla="*/ 2170 w 2170"/>
              <a:gd name="p0y5" fmla="*/ 267 h 345"/>
              <a:gd name="p0x6" fmla="*/ 2093 w 2170"/>
              <a:gd name="p0y6" fmla="*/ 345 h 345"/>
              <a:gd name="p0x7" fmla="*/ 1998 w 2170"/>
              <a:gd name="p0y7" fmla="*/ 345 h 345"/>
              <a:gd name="p0x8" fmla="*/ 172 w 2170"/>
              <a:gd name="p0y8" fmla="*/ 345 h 345"/>
              <a:gd name="p0x9" fmla="*/ 77 w 2170"/>
              <a:gd name="p0y9" fmla="*/ 345 h 345"/>
              <a:gd name="p0x10" fmla="*/ 0 w 2170"/>
              <a:gd name="p0y10" fmla="*/ 267 h 345"/>
              <a:gd name="p0x11" fmla="*/ 0 w 2170"/>
              <a:gd name="p0y11" fmla="*/ 172 h 345"/>
              <a:gd name="p0x12" fmla="*/ 0 w 2170"/>
              <a:gd name="p0y12" fmla="*/ 77 h 345"/>
              <a:gd name="p0x13" fmla="*/ 77 w 2170"/>
              <a:gd name="p0y13" fmla="*/ 0 h 345"/>
              <a:gd name="p0x14" fmla="*/ 172 w 2170"/>
              <a:gd name="p0y14" fmla="*/ 0 h 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7F0"/>
          </a:solidFill>
          <a:ln w="9525" cmpd="sng">
            <a:solidFill>
              <a:srgbClr val="FFE1C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3333" t="-5897" r="-3333" b="-5897"/>
          <a:stretch>
            <a:fillRect/>
          </a:stretch>
        </p:blipFill>
        <p:spPr>
          <a:xfrm>
            <a:off x="1317625" y="6129020"/>
            <a:ext cx="152400" cy="1384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565891" y="6123622"/>
            <a:ext cx="1025871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altLang="en-US" sz="1050" b="1">
                <a:solidFill>
                  <a:srgbClr val="D94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240</a:t>
            </a:r>
            <a:r>
              <a:rPr lang="zh-CN" altLang="en-US" sz="1050" b="1">
                <a:solidFill>
                  <a:srgbClr val="D94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050" b="1">
                <a:solidFill>
                  <a:srgbClr val="D94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320 </a:t>
            </a:r>
            <a:r>
              <a:rPr lang="zh-CN" altLang="en-US" sz="1050" b="1">
                <a:solidFill>
                  <a:srgbClr val="D94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</a:t>
            </a:r>
            <a:endParaRPr lang="zh-CN" altLang="en-US" sz="1050" b="1">
              <a:solidFill>
                <a:srgbClr val="D94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9"/>
            </p:custDataLst>
          </p:nvPr>
        </p:nvSpPr>
        <p:spPr>
          <a:xfrm>
            <a:off x="2701290" y="6090920"/>
            <a:ext cx="1204595" cy="219075"/>
          </a:xfrm>
          <a:custGeom>
            <a:avLst/>
            <a:gdLst>
              <a:gd name="sw" fmla="*/ 1 w 1897"/>
              <a:gd name="sh" fmla="*/ 1 h 345"/>
              <a:gd name="mins" fmla="min sw sh"/>
              <a:gd name="dsw" fmla="+- 0 sw mins"/>
              <a:gd name="dsh" fmla="+- 0 sh mins"/>
              <a:gd name="p0x0" fmla="*/ 172 w 1897"/>
              <a:gd name="p0y0" fmla="*/ 0 h 345"/>
              <a:gd name="p0x1" fmla="*/ 1724 w 1897"/>
              <a:gd name="p0y1" fmla="*/ 0 h 345"/>
              <a:gd name="p0x2" fmla="*/ 1820 w 1897"/>
              <a:gd name="p0y2" fmla="*/ 0 h 345"/>
              <a:gd name="p0x3" fmla="*/ 1897 w 1897"/>
              <a:gd name="p0y3" fmla="*/ 77 h 345"/>
              <a:gd name="p0x4" fmla="*/ 1897 w 1897"/>
              <a:gd name="p0y4" fmla="*/ 172 h 345"/>
              <a:gd name="p0x5" fmla="*/ 1897 w 1897"/>
              <a:gd name="p0y5" fmla="*/ 267 h 345"/>
              <a:gd name="p0x6" fmla="*/ 1820 w 1897"/>
              <a:gd name="p0y6" fmla="*/ 345 h 345"/>
              <a:gd name="p0x7" fmla="*/ 1724 w 1897"/>
              <a:gd name="p0y7" fmla="*/ 345 h 345"/>
              <a:gd name="p0x8" fmla="*/ 172 w 1897"/>
              <a:gd name="p0y8" fmla="*/ 345 h 345"/>
              <a:gd name="p0x9" fmla="*/ 77 w 1897"/>
              <a:gd name="p0y9" fmla="*/ 345 h 345"/>
              <a:gd name="p0x10" fmla="*/ 0 w 1897"/>
              <a:gd name="p0y10" fmla="*/ 267 h 345"/>
              <a:gd name="p0x11" fmla="*/ 0 w 1897"/>
              <a:gd name="p0y11" fmla="*/ 172 h 345"/>
              <a:gd name="p0x12" fmla="*/ 0 w 1897"/>
              <a:gd name="p0y12" fmla="*/ 77 h 345"/>
              <a:gd name="p0x13" fmla="*/ 77 w 1897"/>
              <a:gd name="p0y13" fmla="*/ 0 h 345"/>
              <a:gd name="p0x14" fmla="*/ 172 w 1897"/>
              <a:gd name="p0y14" fmla="*/ 0 h 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6970" t="-5897" r="-6970" b="-5897"/>
          <a:stretch>
            <a:fillRect/>
          </a:stretch>
        </p:blipFill>
        <p:spPr>
          <a:xfrm>
            <a:off x="2820035" y="6129020"/>
            <a:ext cx="119380" cy="1384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3034674" y="6123622"/>
            <a:ext cx="885749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05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200ms </a:t>
            </a:r>
            <a:r>
              <a:rPr lang="zh-CN" sz="105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防抖</a:t>
            </a:r>
            <a:endParaRPr lang="zh-CN" sz="105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14"/>
            </p:custDataLst>
          </p:nvPr>
        </p:nvSpPr>
        <p:spPr>
          <a:xfrm>
            <a:off x="4876800" y="1162050"/>
            <a:ext cx="6858000" cy="168084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>
            <a:off x="5067300" y="1352550"/>
            <a:ext cx="6477000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 b="1" spc="4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</a:t>
            </a:r>
            <a:r>
              <a:rPr lang="en-US" altLang="zh-CN" sz="900" b="1" spc="4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 </a:t>
            </a:r>
            <a:r>
              <a:rPr lang="zh-CN" altLang="en-US" sz="900" b="1" spc="4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语言实现</a:t>
            </a:r>
            <a:endParaRPr lang="zh-CN" altLang="en-US" sz="900" b="1" spc="4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16"/>
            </p:custDataLst>
          </p:nvPr>
        </p:nvSpPr>
        <p:spPr>
          <a:xfrm>
            <a:off x="5067300" y="1614170"/>
            <a:ext cx="6477000" cy="1038225"/>
          </a:xfrm>
          <a:custGeom>
            <a:avLst/>
            <a:gdLst>
              <a:gd name="sw" fmla="*/ 1 w 10200"/>
              <a:gd name="sh" fmla="*/ 1 h 1635"/>
              <a:gd name="mins" fmla="min sw sh"/>
              <a:gd name="dsw" fmla="+- 0 sw mins"/>
              <a:gd name="dsh" fmla="+- 0 sh mins"/>
              <a:gd name="p0x0" fmla="*/ 120 w 10200"/>
              <a:gd name="p0y0" fmla="*/ 0 h 1635"/>
              <a:gd name="p0x1" fmla="*/ 10080 w 10200"/>
              <a:gd name="p0y1" fmla="*/ 0 h 1635"/>
              <a:gd name="p0x2" fmla="*/ 10146 w 10200"/>
              <a:gd name="p0y2" fmla="*/ 0 h 1635"/>
              <a:gd name="p0x3" fmla="*/ 10200 w 10200"/>
              <a:gd name="p0y3" fmla="*/ 53 h 1635"/>
              <a:gd name="p0x4" fmla="*/ 10200 w 10200"/>
              <a:gd name="p0y4" fmla="*/ 120 h 1635"/>
              <a:gd name="p0x5" fmla="*/ 10200 w 10200"/>
              <a:gd name="p0y5" fmla="*/ 1515 h 1635"/>
              <a:gd name="p0x6" fmla="*/ 10200 w 10200"/>
              <a:gd name="p0y6" fmla="*/ 1581 h 1635"/>
              <a:gd name="p0x7" fmla="*/ 10146 w 10200"/>
              <a:gd name="p0y7" fmla="*/ 1635 h 1635"/>
              <a:gd name="p0x8" fmla="*/ 10080 w 10200"/>
              <a:gd name="p0y8" fmla="*/ 1635 h 1635"/>
              <a:gd name="p0x9" fmla="*/ 120 w 10200"/>
              <a:gd name="p0y9" fmla="*/ 1635 h 1635"/>
              <a:gd name="p0x10" fmla="*/ 53 w 10200"/>
              <a:gd name="p0y10" fmla="*/ 1635 h 1635"/>
              <a:gd name="p0x11" fmla="*/ 0 w 10200"/>
              <a:gd name="p0y11" fmla="*/ 1581 h 1635"/>
              <a:gd name="p0x12" fmla="*/ 0 w 10200"/>
              <a:gd name="p0y12" fmla="*/ 1515 h 1635"/>
              <a:gd name="p0x13" fmla="*/ 0 w 10200"/>
              <a:gd name="p0y13" fmla="*/ 120 h 1635"/>
              <a:gd name="p0x14" fmla="*/ 0 w 10200"/>
              <a:gd name="p0y14" fmla="*/ 53 h 1635"/>
              <a:gd name="p0x15" fmla="*/ 53 w 10200"/>
              <a:gd name="p0y15" fmla="*/ 0 h 1635"/>
              <a:gd name="p0x16" fmla="*/ 120 w 10200"/>
              <a:gd name="p0y16" fmla="*/ 0 h 1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>
            <a:off x="5219700" y="1757363"/>
            <a:ext cx="2721693" cy="1390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C678DD"/>
                </a:solidFill>
                <a:latin typeface="微软雅黑" panose="020B0503020204020204" charset="-122"/>
                <a:ea typeface="微软雅黑" panose="020B0503020204020204" charset="-122"/>
              </a:rPr>
              <a:t>void</a:t>
            </a:r>
            <a:r>
              <a:rPr sz="365"/>
              <a:t> </a:t>
            </a:r>
            <a:r>
              <a:rPr sz="1125">
                <a:solidFill>
                  <a:srgbClr val="61AFEF"/>
                </a:solidFill>
                <a:latin typeface="微软雅黑" panose="020B0503020204020204" charset="-122"/>
                <a:ea typeface="微软雅黑" panose="020B0503020204020204" charset="-122"/>
              </a:rPr>
              <a:t>Page_One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25">
                <a:solidFill>
                  <a:srgbClr val="C678DD"/>
                </a:solidFill>
                <a:latin typeface="微软雅黑" panose="020B0503020204020204" charset="-122"/>
                <a:ea typeface="微软雅黑" panose="020B0503020204020204" charset="-122"/>
              </a:rPr>
              <a:t>void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 {
    </a:t>
            </a:r>
            <a:r>
              <a:rPr sz="1125">
                <a:solidFill>
                  <a:srgbClr val="C678DD"/>
                </a:solidFill>
                <a:latin typeface="微软雅黑" panose="020B0503020204020204" charset="-122"/>
                <a:ea typeface="微软雅黑" panose="020B0503020204020204" charset="-122"/>
              </a:rPr>
              <a:t>if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(ui_flag ==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 {
        ui_flag =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;
        </a:t>
            </a:r>
            <a:r>
              <a:rPr sz="1125">
                <a:solidFill>
                  <a:srgbClr val="61AFEF"/>
                </a:solidFill>
                <a:latin typeface="微软雅黑" panose="020B0503020204020204" charset="-122"/>
                <a:ea typeface="微软雅黑" panose="020B0503020204020204" charset="-122"/>
              </a:rPr>
              <a:t>Lcd_Clear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240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320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WHITE);
        </a:t>
            </a:r>
            <a:r>
              <a:rPr 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/* LED </a:t>
            </a:r>
            <a:r>
              <a:rPr lang="zh-CN" alt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按钮：蓝</a:t>
            </a:r>
            <a:r>
              <a:rPr lang="en-US" altLang="zh-CN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(OFF) / </a:t>
            </a:r>
            <a:r>
              <a:rPr lang="zh-CN" alt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</a:t>
            </a:r>
            <a:r>
              <a:rPr lang="en-US" altLang="zh-CN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(ON) */</a:t>
            </a:r>
            <a:endParaRPr lang="en-US" altLang="zh-CN" sz="1125" i="1">
              <a:solidFill>
                <a:srgbClr val="5C63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5219700" y="3128963"/>
            <a:ext cx="3378470" cy="161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371475" algn="l">
              <a:lnSpc>
                <a:spcPct val="133000"/>
              </a:lnSpc>
            </a:pPr>
            <a:r>
              <a:rPr sz="1125">
                <a:solidFill>
                  <a:srgbClr val="61AFEF"/>
                </a:solidFill>
                <a:latin typeface="微软雅黑" panose="020B0503020204020204" charset="-122"/>
                <a:ea typeface="微软雅黑" panose="020B0503020204020204" charset="-122"/>
              </a:rPr>
              <a:t>Lcd_Clear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110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120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
                  led_status ?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RED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BLUE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);
        </a:t>
            </a:r>
            <a:r>
              <a:rPr sz="1125">
                <a:solidFill>
                  <a:srgbClr val="61AFEF"/>
                </a:solidFill>
                <a:latin typeface="微软雅黑" panose="020B0503020204020204" charset="-122"/>
                <a:ea typeface="微软雅黑" panose="020B0503020204020204" charset="-122"/>
              </a:rPr>
              <a:t>Lcd_ZikuStr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70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WHITE, 
                  led_status ?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RED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BLUE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
                  led_status ? </a:t>
            </a:r>
            <a:r>
              <a:rPr sz="1125">
                <a:solidFill>
                  <a:srgbClr val="98C379"/>
                </a:solidFill>
                <a:latin typeface="微软雅黑" panose="020B0503020204020204" charset="-122"/>
                <a:ea typeface="微软雅黑" panose="020B0503020204020204" charset="-122"/>
              </a:rPr>
              <a:t>"LED ON "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sz="1125">
                <a:solidFill>
                  <a:srgbClr val="98C379"/>
                </a:solidFill>
                <a:latin typeface="微软雅黑" panose="020B0503020204020204" charset="-122"/>
                <a:ea typeface="微软雅黑" panose="020B0503020204020204" charset="-122"/>
              </a:rPr>
              <a:t>"LED OFF"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);
        </a:t>
            </a:r>
            <a:r>
              <a:rPr 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/* FAN </a:t>
            </a:r>
            <a:r>
              <a:rPr lang="zh-CN" alt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按钮：绿</a:t>
            </a:r>
            <a:r>
              <a:rPr lang="en-US" altLang="zh-CN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(OFF) / </a:t>
            </a:r>
            <a:r>
              <a:rPr lang="zh-CN" alt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</a:t>
            </a:r>
            <a:r>
              <a:rPr lang="en-US" altLang="zh-CN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(ON) */</a:t>
            </a:r>
            <a:endParaRPr lang="en-US" altLang="zh-CN" sz="1125" i="1">
              <a:solidFill>
                <a:srgbClr val="5C63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9"/>
            </p:custDataLst>
          </p:nvPr>
        </p:nvSpPr>
        <p:spPr>
          <a:xfrm>
            <a:off x="5219700" y="4729163"/>
            <a:ext cx="3432048" cy="1847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371475" algn="l">
              <a:lnSpc>
                <a:spcPct val="133000"/>
              </a:lnSpc>
            </a:pPr>
            <a:r>
              <a:rPr sz="1125">
                <a:solidFill>
                  <a:srgbClr val="61AFEF"/>
                </a:solidFill>
                <a:latin typeface="微软雅黑" panose="020B0503020204020204" charset="-122"/>
                <a:ea typeface="微软雅黑" panose="020B0503020204020204" charset="-122"/>
              </a:rPr>
              <a:t>Lcd_Clear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130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230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120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
                  fan_status ?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YELLOW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GREEN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);
        </a:t>
            </a:r>
            <a:r>
              <a:rPr sz="1125">
                <a:solidFill>
                  <a:srgbClr val="61AFEF"/>
                </a:solidFill>
                <a:latin typeface="微软雅黑" panose="020B0503020204020204" charset="-122"/>
                <a:ea typeface="微软雅黑" panose="020B0503020204020204" charset="-122"/>
              </a:rPr>
              <a:t>Lcd_ZikuStr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140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70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BLACK, 
                  fan_status ?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YELLOW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sz="1125">
                <a:solidFill>
                  <a:srgbClr val="E06C75"/>
                </a:solidFill>
                <a:latin typeface="微软雅黑" panose="020B0503020204020204" charset="-122"/>
                <a:ea typeface="微软雅黑" panose="020B0503020204020204" charset="-122"/>
              </a:rPr>
              <a:t>GREEN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sz="1125">
                <a:solidFill>
                  <a:srgbClr val="D19A66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, 
                  fan_status ? </a:t>
            </a:r>
            <a:r>
              <a:rPr sz="1125">
                <a:solidFill>
                  <a:srgbClr val="98C379"/>
                </a:solidFill>
                <a:latin typeface="微软雅黑" panose="020B0503020204020204" charset="-122"/>
                <a:ea typeface="微软雅黑" panose="020B0503020204020204" charset="-122"/>
              </a:rPr>
              <a:t>"FAN ON "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: </a:t>
            </a:r>
            <a:r>
              <a:rPr sz="1125">
                <a:solidFill>
                  <a:srgbClr val="98C379"/>
                </a:solidFill>
                <a:latin typeface="微软雅黑" panose="020B0503020204020204" charset="-122"/>
                <a:ea typeface="微软雅黑" panose="020B0503020204020204" charset="-122"/>
              </a:rPr>
              <a:t>"FAN OFF"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);
    }
    </a:t>
            </a:r>
            <a:r>
              <a:rPr 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/* </a:t>
            </a:r>
            <a:r>
              <a:rPr lang="zh-CN" altLang="en-US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触摸检测</a:t>
            </a:r>
            <a:r>
              <a:rPr lang="en-US" altLang="zh-CN" sz="1125" i="1">
                <a:solidFill>
                  <a:srgbClr val="5C63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via GetTouchArea() */</a:t>
            </a:r>
            <a:r>
              <a:rPr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
}</a:t>
            </a:r>
            <a:endParaRPr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0"/>
            </p:custDataLst>
          </p:nvPr>
        </p:nvSpPr>
        <p:spPr>
          <a:xfrm>
            <a:off x="4881245" y="3038475"/>
            <a:ext cx="6848475" cy="3471545"/>
          </a:xfrm>
          <a:custGeom>
            <a:avLst/>
            <a:gdLst>
              <a:gd name="sw" fmla="*/ 1 w 10785"/>
              <a:gd name="sh" fmla="*/ 1 h 5467"/>
              <a:gd name="mins" fmla="min sw sh"/>
              <a:gd name="dsw" fmla="+- 0 sw mins"/>
              <a:gd name="dsh" fmla="+- 0 sh mins"/>
              <a:gd name="p0x0" fmla="*/ 180 w 10785"/>
              <a:gd name="p0y0" fmla="*/ 0 h 5467"/>
              <a:gd name="p0x1" fmla="*/ 10605 w 10785"/>
              <a:gd name="p0y1" fmla="*/ 0 h 5467"/>
              <a:gd name="p0x2" fmla="*/ 10704 w 10785"/>
              <a:gd name="p0y2" fmla="*/ 0 h 5467"/>
              <a:gd name="p0x3" fmla="*/ 10785 w 10785"/>
              <a:gd name="p0y3" fmla="*/ 80 h 5467"/>
              <a:gd name="p0x4" fmla="*/ 10785 w 10785"/>
              <a:gd name="p0y4" fmla="*/ 180 h 5467"/>
              <a:gd name="p0x5" fmla="*/ 10785 w 10785"/>
              <a:gd name="p0y5" fmla="*/ 5287 h 5467"/>
              <a:gd name="p0x6" fmla="*/ 10785 w 10785"/>
              <a:gd name="p0y6" fmla="*/ 5386 h 5467"/>
              <a:gd name="p0x7" fmla="*/ 10704 w 10785"/>
              <a:gd name="p0y7" fmla="*/ 5467 h 5467"/>
              <a:gd name="p0x8" fmla="*/ 10605 w 10785"/>
              <a:gd name="p0y8" fmla="*/ 5467 h 5467"/>
              <a:gd name="p0x9" fmla="*/ 180 w 10785"/>
              <a:gd name="p0y9" fmla="*/ 5467 h 5467"/>
              <a:gd name="p0x10" fmla="*/ 80 w 10785"/>
              <a:gd name="p0y10" fmla="*/ 5467 h 5467"/>
              <a:gd name="p0x11" fmla="*/ 0 w 10785"/>
              <a:gd name="p0y11" fmla="*/ 5386 h 5467"/>
              <a:gd name="p0x12" fmla="*/ 0 w 10785"/>
              <a:gd name="p0y12" fmla="*/ 5287 h 5467"/>
              <a:gd name="p0x13" fmla="*/ 0 w 10785"/>
              <a:gd name="p0y13" fmla="*/ 180 h 5467"/>
              <a:gd name="p0x14" fmla="*/ 0 w 10785"/>
              <a:gd name="p0y14" fmla="*/ 80 h 5467"/>
              <a:gd name="p0x15" fmla="*/ 80 w 10785"/>
              <a:gd name="p0y15" fmla="*/ 0 h 5467"/>
              <a:gd name="p0x16" fmla="*/ 180 w 10785"/>
              <a:gd name="p0y16" fmla="*/ 0 h 5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5076825" y="3233738"/>
            <a:ext cx="6457950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00" b="1" spc="4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核心功能特性</a:t>
            </a:r>
            <a:endParaRPr sz="900" b="1" spc="4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2"/>
            </p:custDataLst>
          </p:nvPr>
        </p:nvSpPr>
        <p:spPr>
          <a:xfrm>
            <a:off x="5076825" y="3524250"/>
            <a:ext cx="171450" cy="171450"/>
          </a:xfrm>
          <a:custGeom>
            <a:avLst/>
            <a:gdLst>
              <a:gd name="sw" fmla="*/ 1 w 270"/>
              <a:gd name="sh" fmla="*/ 1 h 270"/>
              <a:gd name="mins" fmla="min sw sh"/>
              <a:gd name="dsw" fmla="+- 0 sw mins"/>
              <a:gd name="dsh" fmla="+- 0 sh mins"/>
              <a:gd name="p0x0" fmla="*/ 135 w 270"/>
              <a:gd name="p0y0" fmla="*/ 0 h 270"/>
              <a:gd name="p0x1" fmla="*/ 209 w 270"/>
              <a:gd name="p0y1" fmla="*/ 0 h 270"/>
              <a:gd name="p0x2" fmla="*/ 270 w 270"/>
              <a:gd name="p0y2" fmla="*/ 60 h 270"/>
              <a:gd name="p0x3" fmla="*/ 270 w 270"/>
              <a:gd name="p0y3" fmla="*/ 135 h 270"/>
              <a:gd name="p0x4" fmla="*/ 270 w 270"/>
              <a:gd name="p0y4" fmla="*/ 209 h 270"/>
              <a:gd name="p0x5" fmla="*/ 209 w 270"/>
              <a:gd name="p0y5" fmla="*/ 270 h 270"/>
              <a:gd name="p0x6" fmla="*/ 135 w 270"/>
              <a:gd name="p0y6" fmla="*/ 270 h 270"/>
              <a:gd name="p0x7" fmla="*/ 60 w 270"/>
              <a:gd name="p0y7" fmla="*/ 270 h 270"/>
              <a:gd name="p0x8" fmla="*/ 0 w 270"/>
              <a:gd name="p0y8" fmla="*/ 209 h 270"/>
              <a:gd name="p0x9" fmla="*/ 0 w 270"/>
              <a:gd name="p0y9" fmla="*/ 135 h 270"/>
              <a:gd name="p0x10" fmla="*/ 0 w 270"/>
              <a:gd name="p0y10" fmla="*/ 60 h 270"/>
              <a:gd name="p0x11" fmla="*/ 60 w 270"/>
              <a:gd name="p0y11" fmla="*/ 0 h 270"/>
              <a:gd name="p0x12" fmla="*/ 135 w 270"/>
              <a:gd name="p0y12" fmla="*/ 0 h 27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1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14925" y="3562350"/>
            <a:ext cx="95250" cy="95250"/>
          </a:xfrm>
          <a:prstGeom prst="rect">
            <a:avLst/>
          </a:prstGeom>
          <a:noFill/>
        </p:spPr>
      </p:pic>
      <p:sp>
        <p:nvSpPr>
          <p:cNvPr id="37" name="文本框 36"/>
          <p:cNvSpPr txBox="1"/>
          <p:nvPr>
            <p:custDataLst>
              <p:tags r:id="rId26"/>
            </p:custDataLst>
          </p:nvPr>
        </p:nvSpPr>
        <p:spPr>
          <a:xfrm>
            <a:off x="5324475" y="3483769"/>
            <a:ext cx="6210300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sz="15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双态触摸控制：</a:t>
            </a:r>
            <a:r>
              <a:rPr 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（蓝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↔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红）、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FAN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（绿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↔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黄）双按钮独立控制，触摸触发状态翻转</a:t>
            </a:r>
            <a:endParaRPr lang="zh-CN" altLang="en-US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27"/>
            </p:custDataLst>
          </p:nvPr>
        </p:nvSpPr>
        <p:spPr>
          <a:xfrm>
            <a:off x="5076825" y="4257675"/>
            <a:ext cx="171450" cy="171450"/>
          </a:xfrm>
          <a:custGeom>
            <a:avLst/>
            <a:gdLst>
              <a:gd name="sw" fmla="*/ 1 w 270"/>
              <a:gd name="sh" fmla="*/ 1 h 270"/>
              <a:gd name="mins" fmla="min sw sh"/>
              <a:gd name="dsw" fmla="+- 0 sw mins"/>
              <a:gd name="dsh" fmla="+- 0 sh mins"/>
              <a:gd name="p0x0" fmla="*/ 135 w 270"/>
              <a:gd name="p0y0" fmla="*/ 0 h 270"/>
              <a:gd name="p0x1" fmla="*/ 209 w 270"/>
              <a:gd name="p0y1" fmla="*/ 0 h 270"/>
              <a:gd name="p0x2" fmla="*/ 270 w 270"/>
              <a:gd name="p0y2" fmla="*/ 60 h 270"/>
              <a:gd name="p0x3" fmla="*/ 270 w 270"/>
              <a:gd name="p0y3" fmla="*/ 135 h 270"/>
              <a:gd name="p0x4" fmla="*/ 270 w 270"/>
              <a:gd name="p0y4" fmla="*/ 209 h 270"/>
              <a:gd name="p0x5" fmla="*/ 209 w 270"/>
              <a:gd name="p0y5" fmla="*/ 270 h 270"/>
              <a:gd name="p0x6" fmla="*/ 135 w 270"/>
              <a:gd name="p0y6" fmla="*/ 270 h 270"/>
              <a:gd name="p0x7" fmla="*/ 60 w 270"/>
              <a:gd name="p0y7" fmla="*/ 270 h 270"/>
              <a:gd name="p0x8" fmla="*/ 0 w 270"/>
              <a:gd name="p0y8" fmla="*/ 209 h 270"/>
              <a:gd name="p0x9" fmla="*/ 0 w 270"/>
              <a:gd name="p0y9" fmla="*/ 135 h 270"/>
              <a:gd name="p0x10" fmla="*/ 0 w 270"/>
              <a:gd name="p0y10" fmla="*/ 60 h 270"/>
              <a:gd name="p0x11" fmla="*/ 60 w 270"/>
              <a:gd name="p0y11" fmla="*/ 0 h 270"/>
              <a:gd name="p0x12" fmla="*/ 135 w 270"/>
              <a:gd name="p0y12" fmla="*/ 0 h 27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1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14925" y="4295775"/>
            <a:ext cx="95250" cy="95250"/>
          </a:xfrm>
          <a:prstGeom prst="rect">
            <a:avLst/>
          </a:prstGeom>
          <a:noFill/>
        </p:spPr>
      </p:pic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5324475" y="4217194"/>
            <a:ext cx="6210300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sz="15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局部刷新机制：</a:t>
            </a:r>
            <a:r>
              <a:rPr 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仅重绘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80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 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按钮区域，避免全屏刷新，降低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STM32F405 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负载</a:t>
            </a:r>
            <a:endParaRPr lang="zh-CN" altLang="en-US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0"/>
            </p:custDataLst>
          </p:nvPr>
        </p:nvSpPr>
        <p:spPr>
          <a:xfrm>
            <a:off x="5076825" y="4991100"/>
            <a:ext cx="171450" cy="171450"/>
          </a:xfrm>
          <a:custGeom>
            <a:avLst/>
            <a:gdLst>
              <a:gd name="sw" fmla="*/ 1 w 270"/>
              <a:gd name="sh" fmla="*/ 1 h 270"/>
              <a:gd name="mins" fmla="min sw sh"/>
              <a:gd name="dsw" fmla="+- 0 sw mins"/>
              <a:gd name="dsh" fmla="+- 0 sh mins"/>
              <a:gd name="p0x0" fmla="*/ 135 w 270"/>
              <a:gd name="p0y0" fmla="*/ 0 h 270"/>
              <a:gd name="p0x1" fmla="*/ 209 w 270"/>
              <a:gd name="p0y1" fmla="*/ 0 h 270"/>
              <a:gd name="p0x2" fmla="*/ 270 w 270"/>
              <a:gd name="p0y2" fmla="*/ 60 h 270"/>
              <a:gd name="p0x3" fmla="*/ 270 w 270"/>
              <a:gd name="p0y3" fmla="*/ 135 h 270"/>
              <a:gd name="p0x4" fmla="*/ 270 w 270"/>
              <a:gd name="p0y4" fmla="*/ 209 h 270"/>
              <a:gd name="p0x5" fmla="*/ 209 w 270"/>
              <a:gd name="p0y5" fmla="*/ 270 h 270"/>
              <a:gd name="p0x6" fmla="*/ 135 w 270"/>
              <a:gd name="p0y6" fmla="*/ 270 h 270"/>
              <a:gd name="p0x7" fmla="*/ 60 w 270"/>
              <a:gd name="p0y7" fmla="*/ 270 h 270"/>
              <a:gd name="p0x8" fmla="*/ 0 w 270"/>
              <a:gd name="p0y8" fmla="*/ 209 h 270"/>
              <a:gd name="p0x9" fmla="*/ 0 w 270"/>
              <a:gd name="p0y9" fmla="*/ 135 h 270"/>
              <a:gd name="p0x10" fmla="*/ 0 w 270"/>
              <a:gd name="p0y10" fmla="*/ 60 h 270"/>
              <a:gd name="p0x11" fmla="*/ 60 w 270"/>
              <a:gd name="p0y11" fmla="*/ 0 h 270"/>
              <a:gd name="p0x12" fmla="*/ 135 w 270"/>
              <a:gd name="p0y12" fmla="*/ 0 h 27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1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14925" y="5029200"/>
            <a:ext cx="95250" cy="95250"/>
          </a:xfrm>
          <a:prstGeom prst="rect">
            <a:avLst/>
          </a:prstGeom>
          <a:noFill/>
        </p:spPr>
      </p:pic>
      <p:sp>
        <p:nvSpPr>
          <p:cNvPr id="45" name="文本框 44"/>
          <p:cNvSpPr txBox="1"/>
          <p:nvPr>
            <p:custDataLst>
              <p:tags r:id="rId32"/>
            </p:custDataLst>
          </p:nvPr>
        </p:nvSpPr>
        <p:spPr>
          <a:xfrm>
            <a:off x="5324475" y="4950619"/>
            <a:ext cx="6210300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en-US" sz="15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200ms </a:t>
            </a:r>
            <a:r>
              <a:rPr lang="zh-CN" sz="15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软件防抖：</a:t>
            </a:r>
            <a:r>
              <a:rPr 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GetTouchArea() 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坐标检测结合延时消抖，确保触摸可靠</a:t>
            </a:r>
            <a:endParaRPr lang="zh-CN" altLang="en-US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33"/>
            </p:custDataLst>
          </p:nvPr>
        </p:nvSpPr>
        <p:spPr>
          <a:xfrm>
            <a:off x="5076825" y="5724525"/>
            <a:ext cx="171450" cy="171450"/>
          </a:xfrm>
          <a:custGeom>
            <a:avLst/>
            <a:gdLst>
              <a:gd name="sw" fmla="*/ 1 w 270"/>
              <a:gd name="sh" fmla="*/ 1 h 270"/>
              <a:gd name="mins" fmla="min sw sh"/>
              <a:gd name="dsw" fmla="+- 0 sw mins"/>
              <a:gd name="dsh" fmla="+- 0 sh mins"/>
              <a:gd name="p0x0" fmla="*/ 135 w 270"/>
              <a:gd name="p0y0" fmla="*/ 0 h 270"/>
              <a:gd name="p0x1" fmla="*/ 209 w 270"/>
              <a:gd name="p0y1" fmla="*/ 0 h 270"/>
              <a:gd name="p0x2" fmla="*/ 270 w 270"/>
              <a:gd name="p0y2" fmla="*/ 60 h 270"/>
              <a:gd name="p0x3" fmla="*/ 270 w 270"/>
              <a:gd name="p0y3" fmla="*/ 135 h 270"/>
              <a:gd name="p0x4" fmla="*/ 270 w 270"/>
              <a:gd name="p0y4" fmla="*/ 209 h 270"/>
              <a:gd name="p0x5" fmla="*/ 209 w 270"/>
              <a:gd name="p0y5" fmla="*/ 270 h 270"/>
              <a:gd name="p0x6" fmla="*/ 135 w 270"/>
              <a:gd name="p0y6" fmla="*/ 270 h 270"/>
              <a:gd name="p0x7" fmla="*/ 60 w 270"/>
              <a:gd name="p0y7" fmla="*/ 270 h 270"/>
              <a:gd name="p0x8" fmla="*/ 0 w 270"/>
              <a:gd name="p0y8" fmla="*/ 209 h 270"/>
              <a:gd name="p0x9" fmla="*/ 0 w 270"/>
              <a:gd name="p0y9" fmla="*/ 135 h 270"/>
              <a:gd name="p0x10" fmla="*/ 0 w 270"/>
              <a:gd name="p0y10" fmla="*/ 60 h 270"/>
              <a:gd name="p0x11" fmla="*/ 60 w 270"/>
              <a:gd name="p0y11" fmla="*/ 0 h 270"/>
              <a:gd name="p0x12" fmla="*/ 135 w 270"/>
              <a:gd name="p0y12" fmla="*/ 0 h 27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E1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14925" y="5762625"/>
            <a:ext cx="95250" cy="95250"/>
          </a:xfrm>
          <a:prstGeom prst="rect">
            <a:avLst/>
          </a:prstGeom>
          <a:noFill/>
        </p:spPr>
      </p:pic>
      <p:sp>
        <p:nvSpPr>
          <p:cNvPr id="49" name="文本框 48"/>
          <p:cNvSpPr txBox="1"/>
          <p:nvPr>
            <p:custDataLst>
              <p:tags r:id="rId35"/>
            </p:custDataLst>
          </p:nvPr>
        </p:nvSpPr>
        <p:spPr>
          <a:xfrm>
            <a:off x="5324475" y="5684044"/>
            <a:ext cx="6210300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sz="15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矢量字库支持：</a:t>
            </a:r>
            <a:r>
              <a:rPr 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Lcd_ZikuStr() 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en-US" alt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16px </a:t>
            </a:r>
            <a:r>
              <a:rPr lang="zh-CN" altLang="en-US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高清点阵字体，背景色与按钮状态联动</a:t>
            </a:r>
            <a:endParaRPr lang="zh-CN" altLang="en-US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6"/>
            </p:custDataLst>
          </p:nvPr>
        </p:nvSpPr>
        <p:spPr>
          <a:xfrm>
            <a:off x="895350" y="1419225"/>
            <a:ext cx="3314700" cy="4457700"/>
          </a:xfrm>
          <a:custGeom>
            <a:avLst/>
            <a:gdLst>
              <a:gd name="sw" fmla="*/ 1 w 5220"/>
              <a:gd name="sh" fmla="*/ 1 h 7020"/>
              <a:gd name="mins" fmla="min sw sh"/>
              <a:gd name="dsw" fmla="+- 0 sw mins"/>
              <a:gd name="dsh" fmla="+- 0 sh mins"/>
              <a:gd name="p0x0" fmla="*/ 240 w 5220"/>
              <a:gd name="p0y0" fmla="*/ 0 h 7020"/>
              <a:gd name="p0x1" fmla="*/ 4980 w 5220"/>
              <a:gd name="p0y1" fmla="*/ 0 h 7020"/>
              <a:gd name="p0x2" fmla="*/ 5112 w 5220"/>
              <a:gd name="p0y2" fmla="*/ 0 h 7020"/>
              <a:gd name="p0x3" fmla="*/ 5220 w 5220"/>
              <a:gd name="p0y3" fmla="*/ 107 h 7020"/>
              <a:gd name="p0x4" fmla="*/ 5220 w 5220"/>
              <a:gd name="p0y4" fmla="*/ 240 h 7020"/>
              <a:gd name="p0x5" fmla="*/ 5220 w 5220"/>
              <a:gd name="p0y5" fmla="*/ 6780 h 7020"/>
              <a:gd name="p0x6" fmla="*/ 5220 w 5220"/>
              <a:gd name="p0y6" fmla="*/ 6912 h 7020"/>
              <a:gd name="p0x7" fmla="*/ 5112 w 5220"/>
              <a:gd name="p0y7" fmla="*/ 7020 h 7020"/>
              <a:gd name="p0x8" fmla="*/ 4980 w 5220"/>
              <a:gd name="p0y8" fmla="*/ 7020 h 7020"/>
              <a:gd name="p0x9" fmla="*/ 240 w 5220"/>
              <a:gd name="p0y9" fmla="*/ 7020 h 7020"/>
              <a:gd name="p0x10" fmla="*/ 107 w 5220"/>
              <a:gd name="p0y10" fmla="*/ 7020 h 7020"/>
              <a:gd name="p0x11" fmla="*/ 0 w 5220"/>
              <a:gd name="p0y11" fmla="*/ 6912 h 7020"/>
              <a:gd name="p0x12" fmla="*/ 0 w 5220"/>
              <a:gd name="p0y12" fmla="*/ 6780 h 7020"/>
              <a:gd name="p0x13" fmla="*/ 0 w 5220"/>
              <a:gd name="p0y13" fmla="*/ 240 h 7020"/>
              <a:gd name="p0x14" fmla="*/ 0 w 5220"/>
              <a:gd name="p0y14" fmla="*/ 107 h 7020"/>
              <a:gd name="p0x15" fmla="*/ 107 w 5220"/>
              <a:gd name="p0y15" fmla="*/ 0 h 7020"/>
              <a:gd name="p0x16" fmla="*/ 240 w 5220"/>
              <a:gd name="p0y16" fmla="*/ 0 h 70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14300" cmpd="sng">
            <a:solidFill>
              <a:srgbClr val="1E293B"/>
            </a:solidFill>
            <a:prstDash val="solid"/>
          </a:ln>
          <a:effectLst>
            <a:outerShdw blurRad="214313" dist="95250" dir="5399999" sx="98276" sy="98718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7"/>
            </p:custDataLst>
          </p:nvPr>
        </p:nvSpPr>
        <p:spPr>
          <a:xfrm>
            <a:off x="1238250" y="2428875"/>
            <a:ext cx="1143000" cy="1143000"/>
          </a:xfrm>
          <a:custGeom>
            <a:avLst/>
            <a:gdLst>
              <a:gd name="sw" fmla="*/ 1 w 1800"/>
              <a:gd name="sh" fmla="*/ 1 h 1800"/>
              <a:gd name="mins" fmla="min sw sh"/>
              <a:gd name="dsw" fmla="+- 0 sw mins"/>
              <a:gd name="dsh" fmla="+- 0 sh mins"/>
              <a:gd name="p0x0" fmla="*/ 180 w 1800"/>
              <a:gd name="p0y0" fmla="*/ 0 h 1800"/>
              <a:gd name="p0x1" fmla="*/ 1620 w 1800"/>
              <a:gd name="p0y1" fmla="*/ 0 h 1800"/>
              <a:gd name="p0x2" fmla="*/ 1719 w 1800"/>
              <a:gd name="p0y2" fmla="*/ 0 h 1800"/>
              <a:gd name="p0x3" fmla="*/ 1800 w 1800"/>
              <a:gd name="p0y3" fmla="*/ 80 h 1800"/>
              <a:gd name="p0x4" fmla="*/ 1800 w 1800"/>
              <a:gd name="p0y4" fmla="*/ 180 h 1800"/>
              <a:gd name="p0x5" fmla="*/ 1800 w 1800"/>
              <a:gd name="p0y5" fmla="*/ 1620 h 1800"/>
              <a:gd name="p0x6" fmla="*/ 1800 w 1800"/>
              <a:gd name="p0y6" fmla="*/ 1719 h 1800"/>
              <a:gd name="p0x7" fmla="*/ 1719 w 1800"/>
              <a:gd name="p0y7" fmla="*/ 1800 h 1800"/>
              <a:gd name="p0x8" fmla="*/ 1620 w 1800"/>
              <a:gd name="p0y8" fmla="*/ 1800 h 1800"/>
              <a:gd name="p0x9" fmla="*/ 180 w 1800"/>
              <a:gd name="p0y9" fmla="*/ 1800 h 1800"/>
              <a:gd name="p0x10" fmla="*/ 80 w 1800"/>
              <a:gd name="p0y10" fmla="*/ 1800 h 1800"/>
              <a:gd name="p0x11" fmla="*/ 0 w 1800"/>
              <a:gd name="p0y11" fmla="*/ 1719 h 1800"/>
              <a:gd name="p0x12" fmla="*/ 0 w 1800"/>
              <a:gd name="p0y12" fmla="*/ 1620 h 1800"/>
              <a:gd name="p0x13" fmla="*/ 0 w 1800"/>
              <a:gd name="p0y13" fmla="*/ 180 h 1800"/>
              <a:gd name="p0x14" fmla="*/ 0 w 1800"/>
              <a:gd name="p0y14" fmla="*/ 80 h 1800"/>
              <a:gd name="p0x15" fmla="*/ 80 w 1800"/>
              <a:gd name="p0y15" fmla="*/ 0 h 1800"/>
              <a:gd name="p0x16" fmla="*/ 180 w 1800"/>
              <a:gd name="p0y16" fmla="*/ 0 h 18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85725" dist="38100" dir="5399999" sx="98333" sy="98333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8"/>
            </p:custDataLst>
          </p:nvPr>
        </p:nvSpPr>
        <p:spPr>
          <a:xfrm>
            <a:off x="1564262" y="2757488"/>
            <a:ext cx="490985" cy="481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LED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OFF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39"/>
            </p:custDataLst>
          </p:nvPr>
        </p:nvSpPr>
        <p:spPr>
          <a:xfrm>
            <a:off x="2724150" y="2428875"/>
            <a:ext cx="1143000" cy="1143000"/>
          </a:xfrm>
          <a:custGeom>
            <a:avLst/>
            <a:gdLst>
              <a:gd name="sw" fmla="*/ 1 w 1800"/>
              <a:gd name="sh" fmla="*/ 1 h 1800"/>
              <a:gd name="mins" fmla="min sw sh"/>
              <a:gd name="dsw" fmla="+- 0 sw mins"/>
              <a:gd name="dsh" fmla="+- 0 sh mins"/>
              <a:gd name="p0x0" fmla="*/ 180 w 1800"/>
              <a:gd name="p0y0" fmla="*/ 0 h 1800"/>
              <a:gd name="p0x1" fmla="*/ 1620 w 1800"/>
              <a:gd name="p0y1" fmla="*/ 0 h 1800"/>
              <a:gd name="p0x2" fmla="*/ 1719 w 1800"/>
              <a:gd name="p0y2" fmla="*/ 0 h 1800"/>
              <a:gd name="p0x3" fmla="*/ 1800 w 1800"/>
              <a:gd name="p0y3" fmla="*/ 80 h 1800"/>
              <a:gd name="p0x4" fmla="*/ 1800 w 1800"/>
              <a:gd name="p0y4" fmla="*/ 180 h 1800"/>
              <a:gd name="p0x5" fmla="*/ 1800 w 1800"/>
              <a:gd name="p0y5" fmla="*/ 1620 h 1800"/>
              <a:gd name="p0x6" fmla="*/ 1800 w 1800"/>
              <a:gd name="p0y6" fmla="*/ 1719 h 1800"/>
              <a:gd name="p0x7" fmla="*/ 1719 w 1800"/>
              <a:gd name="p0y7" fmla="*/ 1800 h 1800"/>
              <a:gd name="p0x8" fmla="*/ 1620 w 1800"/>
              <a:gd name="p0y8" fmla="*/ 1800 h 1800"/>
              <a:gd name="p0x9" fmla="*/ 180 w 1800"/>
              <a:gd name="p0y9" fmla="*/ 1800 h 1800"/>
              <a:gd name="p0x10" fmla="*/ 80 w 1800"/>
              <a:gd name="p0y10" fmla="*/ 1800 h 1800"/>
              <a:gd name="p0x11" fmla="*/ 0 w 1800"/>
              <a:gd name="p0y11" fmla="*/ 1719 h 1800"/>
              <a:gd name="p0x12" fmla="*/ 0 w 1800"/>
              <a:gd name="p0y12" fmla="*/ 1620 h 1800"/>
              <a:gd name="p0x13" fmla="*/ 0 w 1800"/>
              <a:gd name="p0y13" fmla="*/ 180 h 1800"/>
              <a:gd name="p0x14" fmla="*/ 0 w 1800"/>
              <a:gd name="p0y14" fmla="*/ 80 h 1800"/>
              <a:gd name="p0x15" fmla="*/ 80 w 1800"/>
              <a:gd name="p0y15" fmla="*/ 0 h 1800"/>
              <a:gd name="p0x16" fmla="*/ 180 w 1800"/>
              <a:gd name="p0y16" fmla="*/ 0 h 18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  <a:effectLst>
            <a:outerShdw blurRad="85725" dist="38100" dir="5399999" sx="98333" sy="98333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0"/>
            </p:custDataLst>
          </p:nvPr>
        </p:nvSpPr>
        <p:spPr>
          <a:xfrm>
            <a:off x="3046143" y="2757488"/>
            <a:ext cx="498948" cy="481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FAN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ON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41"/>
            </p:custDataLst>
          </p:nvPr>
        </p:nvSpPr>
        <p:spPr>
          <a:xfrm>
            <a:off x="995045" y="1518920"/>
            <a:ext cx="577850" cy="186055"/>
          </a:xfrm>
          <a:custGeom>
            <a:avLst/>
            <a:gdLst>
              <a:gd name="sw" fmla="*/ 1 w 909"/>
              <a:gd name="sh" fmla="*/ 1 h 292"/>
              <a:gd name="mins" fmla="min sw sh"/>
              <a:gd name="dsw" fmla="+- 0 sw mins"/>
              <a:gd name="dsh" fmla="+- 0 sh mins"/>
              <a:gd name="p0x0" fmla="*/ 60 w 909"/>
              <a:gd name="p0y0" fmla="*/ 0 h 292"/>
              <a:gd name="p0x1" fmla="*/ 849 w 909"/>
              <a:gd name="p0y1" fmla="*/ 0 h 292"/>
              <a:gd name="p0x2" fmla="*/ 882 w 909"/>
              <a:gd name="p0y2" fmla="*/ 0 h 292"/>
              <a:gd name="p0x3" fmla="*/ 909 w 909"/>
              <a:gd name="p0y3" fmla="*/ 26 h 292"/>
              <a:gd name="p0x4" fmla="*/ 909 w 909"/>
              <a:gd name="p0y4" fmla="*/ 60 h 292"/>
              <a:gd name="p0x5" fmla="*/ 909 w 909"/>
              <a:gd name="p0y5" fmla="*/ 232 h 292"/>
              <a:gd name="p0x6" fmla="*/ 909 w 909"/>
              <a:gd name="p0y6" fmla="*/ 265 h 292"/>
              <a:gd name="p0x7" fmla="*/ 882 w 909"/>
              <a:gd name="p0y7" fmla="*/ 292 h 292"/>
              <a:gd name="p0x8" fmla="*/ 849 w 909"/>
              <a:gd name="p0y8" fmla="*/ 292 h 292"/>
              <a:gd name="p0x9" fmla="*/ 60 w 909"/>
              <a:gd name="p0y9" fmla="*/ 292 h 292"/>
              <a:gd name="p0x10" fmla="*/ 26 w 909"/>
              <a:gd name="p0y10" fmla="*/ 292 h 292"/>
              <a:gd name="p0x11" fmla="*/ 0 w 909"/>
              <a:gd name="p0y11" fmla="*/ 265 h 292"/>
              <a:gd name="p0x12" fmla="*/ 0 w 909"/>
              <a:gd name="p0y12" fmla="*/ 232 h 292"/>
              <a:gd name="p0x13" fmla="*/ 0 w 909"/>
              <a:gd name="p0y13" fmla="*/ 60 h 292"/>
              <a:gd name="p0x14" fmla="*/ 0 w 909"/>
              <a:gd name="p0y14" fmla="*/ 26 h 292"/>
              <a:gd name="p0x15" fmla="*/ 26 w 909"/>
              <a:gd name="p0y15" fmla="*/ 0 h 292"/>
              <a:gd name="p0x16" fmla="*/ 60 w 909"/>
              <a:gd name="p0y16" fmla="*/ 0 h 2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2"/>
            </p:custDataLst>
          </p:nvPr>
        </p:nvSpPr>
        <p:spPr>
          <a:xfrm>
            <a:off x="1057275" y="1543050"/>
            <a:ext cx="558622" cy="138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x:10,y:40</a:t>
            </a:r>
            <a:endParaRPr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43"/>
            </p:custDataLst>
          </p:nvPr>
        </p:nvSpPr>
        <p:spPr>
          <a:xfrm>
            <a:off x="3466465" y="1518920"/>
            <a:ext cx="643255" cy="186055"/>
          </a:xfrm>
          <a:custGeom>
            <a:avLst/>
            <a:gdLst>
              <a:gd name="sw" fmla="*/ 1 w 1012"/>
              <a:gd name="sh" fmla="*/ 1 h 292"/>
              <a:gd name="mins" fmla="min sw sh"/>
              <a:gd name="dsw" fmla="+- 0 sw mins"/>
              <a:gd name="dsh" fmla="+- 0 sh mins"/>
              <a:gd name="p0x0" fmla="*/ 60 w 1012"/>
              <a:gd name="p0y0" fmla="*/ 0 h 292"/>
              <a:gd name="p0x1" fmla="*/ 952 w 1012"/>
              <a:gd name="p0y1" fmla="*/ 0 h 292"/>
              <a:gd name="p0x2" fmla="*/ 985 w 1012"/>
              <a:gd name="p0y2" fmla="*/ 0 h 292"/>
              <a:gd name="p0x3" fmla="*/ 1012 w 1012"/>
              <a:gd name="p0y3" fmla="*/ 26 h 292"/>
              <a:gd name="p0x4" fmla="*/ 1012 w 1012"/>
              <a:gd name="p0y4" fmla="*/ 60 h 292"/>
              <a:gd name="p0x5" fmla="*/ 1012 w 1012"/>
              <a:gd name="p0y5" fmla="*/ 232 h 292"/>
              <a:gd name="p0x6" fmla="*/ 1012 w 1012"/>
              <a:gd name="p0y6" fmla="*/ 265 h 292"/>
              <a:gd name="p0x7" fmla="*/ 985 w 1012"/>
              <a:gd name="p0y7" fmla="*/ 292 h 292"/>
              <a:gd name="p0x8" fmla="*/ 952 w 1012"/>
              <a:gd name="p0y8" fmla="*/ 292 h 292"/>
              <a:gd name="p0x9" fmla="*/ 60 w 1012"/>
              <a:gd name="p0y9" fmla="*/ 292 h 292"/>
              <a:gd name="p0x10" fmla="*/ 26 w 1012"/>
              <a:gd name="p0y10" fmla="*/ 292 h 292"/>
              <a:gd name="p0x11" fmla="*/ 0 w 1012"/>
              <a:gd name="p0y11" fmla="*/ 265 h 292"/>
              <a:gd name="p0x12" fmla="*/ 0 w 1012"/>
              <a:gd name="p0y12" fmla="*/ 232 h 292"/>
              <a:gd name="p0x13" fmla="*/ 0 w 1012"/>
              <a:gd name="p0y13" fmla="*/ 60 h 292"/>
              <a:gd name="p0x14" fmla="*/ 0 w 1012"/>
              <a:gd name="p0y14" fmla="*/ 26 h 292"/>
              <a:gd name="p0x15" fmla="*/ 26 w 1012"/>
              <a:gd name="p0y15" fmla="*/ 0 h 292"/>
              <a:gd name="p0x16" fmla="*/ 60 w 1012"/>
              <a:gd name="p0y16" fmla="*/ 0 h 2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44"/>
            </p:custDataLst>
          </p:nvPr>
        </p:nvSpPr>
        <p:spPr>
          <a:xfrm>
            <a:off x="3528936" y="1543050"/>
            <a:ext cx="623964" cy="138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x:130,y:40</a:t>
            </a:r>
            <a:endParaRPr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45"/>
            </p:custDataLst>
          </p:nvPr>
        </p:nvSpPr>
        <p:spPr>
          <a:xfrm>
            <a:off x="995045" y="5591175"/>
            <a:ext cx="643255" cy="185420"/>
          </a:xfrm>
          <a:custGeom>
            <a:avLst/>
            <a:gdLst>
              <a:gd name="sw" fmla="*/ 1 w 1012"/>
              <a:gd name="sh" fmla="*/ 1 h 292"/>
              <a:gd name="mins" fmla="min sw sh"/>
              <a:gd name="dsw" fmla="+- 0 sw mins"/>
              <a:gd name="dsh" fmla="+- 0 sh mins"/>
              <a:gd name="p0x0" fmla="*/ 60 w 1012"/>
              <a:gd name="p0y0" fmla="*/ 0 h 292"/>
              <a:gd name="p0x1" fmla="*/ 952 w 1012"/>
              <a:gd name="p0y1" fmla="*/ 0 h 292"/>
              <a:gd name="p0x2" fmla="*/ 985 w 1012"/>
              <a:gd name="p0y2" fmla="*/ 0 h 292"/>
              <a:gd name="p0x3" fmla="*/ 1012 w 1012"/>
              <a:gd name="p0y3" fmla="*/ 26 h 292"/>
              <a:gd name="p0x4" fmla="*/ 1012 w 1012"/>
              <a:gd name="p0y4" fmla="*/ 60 h 292"/>
              <a:gd name="p0x5" fmla="*/ 1012 w 1012"/>
              <a:gd name="p0y5" fmla="*/ 232 h 292"/>
              <a:gd name="p0x6" fmla="*/ 1012 w 1012"/>
              <a:gd name="p0y6" fmla="*/ 265 h 292"/>
              <a:gd name="p0x7" fmla="*/ 985 w 1012"/>
              <a:gd name="p0y7" fmla="*/ 292 h 292"/>
              <a:gd name="p0x8" fmla="*/ 952 w 1012"/>
              <a:gd name="p0y8" fmla="*/ 292 h 292"/>
              <a:gd name="p0x9" fmla="*/ 60 w 1012"/>
              <a:gd name="p0y9" fmla="*/ 292 h 292"/>
              <a:gd name="p0x10" fmla="*/ 26 w 1012"/>
              <a:gd name="p0y10" fmla="*/ 292 h 292"/>
              <a:gd name="p0x11" fmla="*/ 0 w 1012"/>
              <a:gd name="p0y11" fmla="*/ 265 h 292"/>
              <a:gd name="p0x12" fmla="*/ 0 w 1012"/>
              <a:gd name="p0y12" fmla="*/ 232 h 292"/>
              <a:gd name="p0x13" fmla="*/ 0 w 1012"/>
              <a:gd name="p0y13" fmla="*/ 60 h 292"/>
              <a:gd name="p0x14" fmla="*/ 0 w 1012"/>
              <a:gd name="p0y14" fmla="*/ 26 h 292"/>
              <a:gd name="p0x15" fmla="*/ 26 w 1012"/>
              <a:gd name="p0y15" fmla="*/ 0 h 292"/>
              <a:gd name="p0x16" fmla="*/ 60 w 1012"/>
              <a:gd name="p0y16" fmla="*/ 0 h 2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46"/>
            </p:custDataLst>
          </p:nvPr>
        </p:nvSpPr>
        <p:spPr>
          <a:xfrm>
            <a:off x="1057275" y="5614988"/>
            <a:ext cx="623964" cy="138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x:10,y:120</a:t>
            </a:r>
            <a:endParaRPr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47"/>
            </p:custDataLst>
          </p:nvPr>
        </p:nvSpPr>
        <p:spPr>
          <a:xfrm>
            <a:off x="3401060" y="5591175"/>
            <a:ext cx="708660" cy="185420"/>
          </a:xfrm>
          <a:custGeom>
            <a:avLst/>
            <a:gdLst>
              <a:gd name="sw" fmla="*/ 1 w 1115"/>
              <a:gd name="sh" fmla="*/ 1 h 292"/>
              <a:gd name="mins" fmla="min sw sh"/>
              <a:gd name="dsw" fmla="+- 0 sw mins"/>
              <a:gd name="dsh" fmla="+- 0 sh mins"/>
              <a:gd name="p0x0" fmla="*/ 60 w 1115"/>
              <a:gd name="p0y0" fmla="*/ 0 h 292"/>
              <a:gd name="p0x1" fmla="*/ 1055 w 1115"/>
              <a:gd name="p0y1" fmla="*/ 0 h 292"/>
              <a:gd name="p0x2" fmla="*/ 1088 w 1115"/>
              <a:gd name="p0y2" fmla="*/ 0 h 292"/>
              <a:gd name="p0x3" fmla="*/ 1115 w 1115"/>
              <a:gd name="p0y3" fmla="*/ 26 h 292"/>
              <a:gd name="p0x4" fmla="*/ 1115 w 1115"/>
              <a:gd name="p0y4" fmla="*/ 60 h 292"/>
              <a:gd name="p0x5" fmla="*/ 1115 w 1115"/>
              <a:gd name="p0y5" fmla="*/ 232 h 292"/>
              <a:gd name="p0x6" fmla="*/ 1115 w 1115"/>
              <a:gd name="p0y6" fmla="*/ 265 h 292"/>
              <a:gd name="p0x7" fmla="*/ 1088 w 1115"/>
              <a:gd name="p0y7" fmla="*/ 292 h 292"/>
              <a:gd name="p0x8" fmla="*/ 1055 w 1115"/>
              <a:gd name="p0y8" fmla="*/ 292 h 292"/>
              <a:gd name="p0x9" fmla="*/ 60 w 1115"/>
              <a:gd name="p0y9" fmla="*/ 292 h 292"/>
              <a:gd name="p0x10" fmla="*/ 26 w 1115"/>
              <a:gd name="p0y10" fmla="*/ 292 h 292"/>
              <a:gd name="p0x11" fmla="*/ 0 w 1115"/>
              <a:gd name="p0y11" fmla="*/ 265 h 292"/>
              <a:gd name="p0x12" fmla="*/ 0 w 1115"/>
              <a:gd name="p0y12" fmla="*/ 232 h 292"/>
              <a:gd name="p0x13" fmla="*/ 0 w 1115"/>
              <a:gd name="p0y13" fmla="*/ 60 h 292"/>
              <a:gd name="p0x14" fmla="*/ 0 w 1115"/>
              <a:gd name="p0y14" fmla="*/ 26 h 292"/>
              <a:gd name="p0x15" fmla="*/ 26 w 1115"/>
              <a:gd name="p0y15" fmla="*/ 0 h 292"/>
              <a:gd name="p0x16" fmla="*/ 60 w 1115"/>
              <a:gd name="p0y16" fmla="*/ 0 h 2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8"/>
            </p:custDataLst>
          </p:nvPr>
        </p:nvSpPr>
        <p:spPr>
          <a:xfrm>
            <a:off x="3463528" y="5614988"/>
            <a:ext cx="689372" cy="138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x:130,y:120</a:t>
            </a:r>
            <a:endParaRPr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WPS 演示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唐旭</cp:lastModifiedBy>
  <cp:revision>1</cp:revision>
  <dcterms:created xsi:type="dcterms:W3CDTF">2026-07-29T07:46:15Z</dcterms:created>
  <dcterms:modified xsi:type="dcterms:W3CDTF">2026-07-29T07:46:15Z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B2B95EFC9906FCFF7BA3696A8FAF177D_41</vt:lpwstr>
  </property>
  <property fmtid="{D5CDD505-2E9C-101B-9397-08002B2CF9AE}" pid="4" name="KSOAIPPTCode">
    <vt:lpwstr>e5tyRegGlfwlmZCSvNBLiIINVuQtVTDMfeQe0gSdN1xfY1HIE9NxrlidlpXp9xQpus1MDZLL0J182pgrjwiwkLi4nbZPJBenrViJg6si/LcFFqTm+m/RI+PLcJ+6AVSkWeZAuXwDNghqDGf8dXEgIMTtMiaXF+JAdHD+u5l1V4o5Cva/IXYs+EesTypJsY2BPSL14RBee9yBXnBFH7z1N1qjAKfjUutLOIZxaYkcfFNDfuhBUK7FBDIPz6WGQ3zCq0evv53ZCGLsYJpHwWaRzOiQweFRm1A578schaaN8cMvibBHJZwZAPKbnUYvd4HU27lhiD7BUTxdj37wvxPraw==</vt:lpwstr>
  </property>
</Properties>
</file>