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4" Type="http://schemas.openxmlformats.org/officeDocument/2006/relationships/slideLayout" Target="../slideLayouts/slideLayout7.xml"/><Relationship Id="rId43" Type="http://schemas.openxmlformats.org/officeDocument/2006/relationships/tags" Target="../tags/tag37.xml"/><Relationship Id="rId42" Type="http://schemas.openxmlformats.org/officeDocument/2006/relationships/tags" Target="../tags/tag36.xml"/><Relationship Id="rId41" Type="http://schemas.openxmlformats.org/officeDocument/2006/relationships/tags" Target="../tags/tag35.xml"/><Relationship Id="rId40" Type="http://schemas.openxmlformats.org/officeDocument/2006/relationships/tags" Target="../tags/tag34.xml"/><Relationship Id="rId4" Type="http://schemas.openxmlformats.org/officeDocument/2006/relationships/tags" Target="../tags/tag4.xml"/><Relationship Id="rId39" Type="http://schemas.openxmlformats.org/officeDocument/2006/relationships/tags" Target="../tags/tag33.xml"/><Relationship Id="rId38" Type="http://schemas.openxmlformats.org/officeDocument/2006/relationships/tags" Target="../tags/tag32.xml"/><Relationship Id="rId37" Type="http://schemas.openxmlformats.org/officeDocument/2006/relationships/tags" Target="../tags/tag31.xml"/><Relationship Id="rId36" Type="http://schemas.openxmlformats.org/officeDocument/2006/relationships/tags" Target="../tags/tag30.xml"/><Relationship Id="rId35" Type="http://schemas.openxmlformats.org/officeDocument/2006/relationships/tags" Target="../tags/tag29.xml"/><Relationship Id="rId34" Type="http://schemas.openxmlformats.org/officeDocument/2006/relationships/tags" Target="../tags/tag28.xml"/><Relationship Id="rId33" Type="http://schemas.openxmlformats.org/officeDocument/2006/relationships/tags" Target="../tags/tag27.xml"/><Relationship Id="rId32" Type="http://schemas.openxmlformats.org/officeDocument/2006/relationships/tags" Target="../tags/tag26.xml"/><Relationship Id="rId31" Type="http://schemas.openxmlformats.org/officeDocument/2006/relationships/tags" Target="../tags/tag25.xml"/><Relationship Id="rId30" Type="http://schemas.openxmlformats.org/officeDocument/2006/relationships/tags" Target="../tags/tag24.xml"/><Relationship Id="rId3" Type="http://schemas.openxmlformats.org/officeDocument/2006/relationships/tags" Target="../tags/tag3.xml"/><Relationship Id="rId29" Type="http://schemas.openxmlformats.org/officeDocument/2006/relationships/tags" Target="../tags/tag23.xml"/><Relationship Id="rId28" Type="http://schemas.openxmlformats.org/officeDocument/2006/relationships/tags" Target="../tags/tag22.xml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image" Target="../media/image6.svg"/><Relationship Id="rId22" Type="http://schemas.openxmlformats.org/officeDocument/2006/relationships/image" Target="../media/image5.png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image" Target="../media/image4.svg"/><Relationship Id="rId16" Type="http://schemas.openxmlformats.org/officeDocument/2006/relationships/image" Target="../media/image3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image" Target="../media/image2.svg"/><Relationship Id="rId10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0F2F5"/>
              </a:gs>
              <a:gs pos="100000">
                <a:srgbClr val="E2E8F0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9810750" y="-476250"/>
            <a:ext cx="2857500" cy="2857500"/>
          </a:xfrm>
          <a:custGeom>
            <a:avLst/>
            <a:gdLst>
              <a:gd name="sw" fmla="*/ 1 w 4500"/>
              <a:gd name="sh" fmla="*/ 1 h 4500"/>
              <a:gd name="mins" fmla="min sw sh"/>
              <a:gd name="dsw" fmla="+- 0 sw mins"/>
              <a:gd name="dsh" fmla="+- 0 sh mins"/>
              <a:gd name="p0x0" fmla="*/ 2250 w 4500"/>
              <a:gd name="p0y0" fmla="*/ 0 h 4500"/>
              <a:gd name="p0x1" fmla="*/ 3492 w 4500"/>
              <a:gd name="p0y1" fmla="*/ 0 h 4500"/>
              <a:gd name="p0x2" fmla="*/ 4500 w 4500"/>
              <a:gd name="p0y2" fmla="*/ 1007 h 4500"/>
              <a:gd name="p0x3" fmla="*/ 4500 w 4500"/>
              <a:gd name="p0y3" fmla="*/ 2250 h 4500"/>
              <a:gd name="p0x4" fmla="*/ 4500 w 4500"/>
              <a:gd name="p0y4" fmla="*/ 3492 h 4500"/>
              <a:gd name="p0x5" fmla="*/ 3492 w 4500"/>
              <a:gd name="p0y5" fmla="*/ 4500 h 4500"/>
              <a:gd name="p0x6" fmla="*/ 2250 w 4500"/>
              <a:gd name="p0y6" fmla="*/ 4500 h 4500"/>
              <a:gd name="p0x7" fmla="*/ 1007 w 4500"/>
              <a:gd name="p0y7" fmla="*/ 4500 h 4500"/>
              <a:gd name="p0x8" fmla="*/ 0 w 4500"/>
              <a:gd name="p0y8" fmla="*/ 3492 h 4500"/>
              <a:gd name="p0x9" fmla="*/ 0 w 4500"/>
              <a:gd name="p0y9" fmla="*/ 2250 h 4500"/>
              <a:gd name="p0x10" fmla="*/ 0 w 4500"/>
              <a:gd name="p0y10" fmla="*/ 1007 h 4500"/>
              <a:gd name="p0x11" fmla="*/ 1007 w 4500"/>
              <a:gd name="p0y11" fmla="*/ 0 h 4500"/>
              <a:gd name="p0x12" fmla="*/ 2250 w 4500"/>
              <a:gd name="p0y12" fmla="*/ 0 h 45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59669">
              <a:alpha val="3137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-476250" y="4476750"/>
            <a:ext cx="1905000" cy="1905000"/>
          </a:xfrm>
          <a:custGeom>
            <a:avLst/>
            <a:gdLst>
              <a:gd name="sw" fmla="*/ 1 w 3000"/>
              <a:gd name="sh" fmla="*/ 1 h 3000"/>
              <a:gd name="mins" fmla="min sw sh"/>
              <a:gd name="dsw" fmla="+- 0 sw mins"/>
              <a:gd name="dsh" fmla="+- 0 sh mins"/>
              <a:gd name="p0x0" fmla="*/ 1500 w 3000"/>
              <a:gd name="p0y0" fmla="*/ 0 h 3000"/>
              <a:gd name="p0x1" fmla="*/ 2328 w 3000"/>
              <a:gd name="p0y1" fmla="*/ 0 h 3000"/>
              <a:gd name="p0x2" fmla="*/ 3000 w 3000"/>
              <a:gd name="p0y2" fmla="*/ 671 h 3000"/>
              <a:gd name="p0x3" fmla="*/ 3000 w 3000"/>
              <a:gd name="p0y3" fmla="*/ 1500 h 3000"/>
              <a:gd name="p0x4" fmla="*/ 3000 w 3000"/>
              <a:gd name="p0y4" fmla="*/ 2328 h 3000"/>
              <a:gd name="p0x5" fmla="*/ 2328 w 3000"/>
              <a:gd name="p0y5" fmla="*/ 3000 h 3000"/>
              <a:gd name="p0x6" fmla="*/ 1500 w 3000"/>
              <a:gd name="p0y6" fmla="*/ 3000 h 3000"/>
              <a:gd name="p0x7" fmla="*/ 671 w 3000"/>
              <a:gd name="p0y7" fmla="*/ 3000 h 3000"/>
              <a:gd name="p0x8" fmla="*/ 0 w 3000"/>
              <a:gd name="p0y8" fmla="*/ 2328 h 3000"/>
              <a:gd name="p0x9" fmla="*/ 0 w 3000"/>
              <a:gd name="p0y9" fmla="*/ 1500 h 3000"/>
              <a:gd name="p0x10" fmla="*/ 0 w 3000"/>
              <a:gd name="p0y10" fmla="*/ 671 h 3000"/>
              <a:gd name="p0x11" fmla="*/ 671 w 3000"/>
              <a:gd name="p0y11" fmla="*/ 0 h 3000"/>
              <a:gd name="p0x12" fmla="*/ 1500 w 3000"/>
              <a:gd name="p0y12" fmla="*/ 0 h 30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A580C">
              <a:alpha val="3137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57200" y="409575"/>
            <a:ext cx="922020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界面三：系统状态页（</a:t>
            </a:r>
            <a:r>
              <a:rPr lang="en-US" altLang="zh-CN" sz="30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Page_Two</a:t>
            </a:r>
            <a:r>
              <a:rPr lang="zh-CN" altLang="en-US" sz="30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r>
              <a:rPr lang="en-US" altLang="zh-CN" sz="30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— </a:t>
            </a:r>
            <a:r>
              <a:rPr lang="zh-CN" altLang="en-US" sz="30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风扇进度条</a:t>
            </a:r>
            <a:endParaRPr lang="zh-CN" altLang="en-US" sz="3000" b="1">
              <a:solidFill>
                <a:srgbClr val="1E293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457200" y="1162050"/>
            <a:ext cx="11277600" cy="5238750"/>
          </a:xfrm>
          <a:custGeom>
            <a:avLst/>
            <a:gdLst>
              <a:gd name="sw" fmla="*/ 1 w 17760"/>
              <a:gd name="sh" fmla="*/ 1 h 8250"/>
              <a:gd name="mins" fmla="min sw sh"/>
              <a:gd name="dsw" fmla="+- 0 sw mins"/>
              <a:gd name="dsh" fmla="+- 0 sh mins"/>
              <a:gd name="p0x0" fmla="*/ 240 w 17760"/>
              <a:gd name="p0y0" fmla="*/ 0 h 8250"/>
              <a:gd name="p0x1" fmla="*/ 17520 w 17760"/>
              <a:gd name="p0y1" fmla="*/ 0 h 8250"/>
              <a:gd name="p0x2" fmla="*/ 17652 w 17760"/>
              <a:gd name="p0y2" fmla="*/ 0 h 8250"/>
              <a:gd name="p0x3" fmla="*/ 17760 w 17760"/>
              <a:gd name="p0y3" fmla="*/ 107 h 8250"/>
              <a:gd name="p0x4" fmla="*/ 17760 w 17760"/>
              <a:gd name="p0y4" fmla="*/ 240 h 8250"/>
              <a:gd name="p0x5" fmla="*/ 17760 w 17760"/>
              <a:gd name="p0y5" fmla="*/ 8010 h 8250"/>
              <a:gd name="p0x6" fmla="*/ 17760 w 17760"/>
              <a:gd name="p0y6" fmla="*/ 8142 h 8250"/>
              <a:gd name="p0x7" fmla="*/ 17652 w 17760"/>
              <a:gd name="p0y7" fmla="*/ 8250 h 8250"/>
              <a:gd name="p0x8" fmla="*/ 17520 w 17760"/>
              <a:gd name="p0y8" fmla="*/ 8250 h 8250"/>
              <a:gd name="p0x9" fmla="*/ 240 w 17760"/>
              <a:gd name="p0y9" fmla="*/ 8250 h 8250"/>
              <a:gd name="p0x10" fmla="*/ 107 w 17760"/>
              <a:gd name="p0y10" fmla="*/ 8250 h 8250"/>
              <a:gd name="p0x11" fmla="*/ 0 w 17760"/>
              <a:gd name="p0y11" fmla="*/ 8142 h 8250"/>
              <a:gd name="p0x12" fmla="*/ 0 w 17760"/>
              <a:gd name="p0y12" fmla="*/ 8010 h 8250"/>
              <a:gd name="p0x13" fmla="*/ 0 w 17760"/>
              <a:gd name="p0y13" fmla="*/ 240 h 8250"/>
              <a:gd name="p0x14" fmla="*/ 0 w 17760"/>
              <a:gd name="p0y14" fmla="*/ 107 h 8250"/>
              <a:gd name="p0x15" fmla="*/ 107 w 17760"/>
              <a:gd name="p0y15" fmla="*/ 0 h 8250"/>
              <a:gd name="p0x16" fmla="*/ 240 w 17760"/>
              <a:gd name="p0y16" fmla="*/ 0 h 82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57188" dist="95250" dir="5399999" sx="99155" sy="98182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685800" y="5524500"/>
            <a:ext cx="10820400" cy="647700"/>
            <a:chOff x="1080" y="8700"/>
            <a:chExt cx="17040" cy="1020"/>
          </a:xfrm>
        </p:grpSpPr>
        <p:sp>
          <p:nvSpPr>
            <p:cNvPr id="28" name="任意多边形 27"/>
            <p:cNvSpPr/>
            <p:nvPr>
              <p:custDataLst>
                <p:tags r:id="rId6"/>
              </p:custDataLst>
            </p:nvPr>
          </p:nvSpPr>
          <p:spPr>
            <a:xfrm>
              <a:off x="1080" y="8700"/>
              <a:ext cx="17040" cy="1020"/>
            </a:xfrm>
            <a:custGeom>
              <a:avLst/>
              <a:gdLst>
                <a:gd name="sw" fmla="*/ 1 w 17040"/>
                <a:gd name="sh" fmla="*/ 1 h 1020"/>
                <a:gd name="mins" fmla="min sw sh"/>
                <a:gd name="dsw" fmla="+- 0 sw mins"/>
                <a:gd name="dsh" fmla="+- 0 sh mins"/>
                <a:gd name="p0x0" fmla="*/ 0 w 17040"/>
                <a:gd name="p0y0" fmla="*/ 0 h 1020"/>
                <a:gd name="p0x1" fmla="*/ 17040 w 17040"/>
                <a:gd name="p0y1" fmla="*/ 0 h 1020"/>
                <a:gd name="p0x2" fmla="*/ 17040 w 17040"/>
                <a:gd name="p0y2" fmla="*/ 1020 h 1020"/>
                <a:gd name="p0x3" fmla="*/ 0 w 17040"/>
                <a:gd name="p0y3" fmla="*/ 1020 h 1020"/>
                <a:gd name="p0x4" fmla="*/ 0 w 17040"/>
                <a:gd name="p0y4" fmla="*/ 0 h 10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7"/>
              </p:custDataLst>
            </p:nvPr>
          </p:nvSpPr>
          <p:spPr>
            <a:xfrm>
              <a:off x="1080" y="8700"/>
              <a:ext cx="17040" cy="15"/>
            </a:xfrm>
            <a:custGeom>
              <a:avLst/>
              <a:gdLst>
                <a:gd name="sw" fmla="*/ 1 w 17040"/>
                <a:gd name="sh" fmla="*/ 1 h 15"/>
                <a:gd name="mins" fmla="min sw sh"/>
                <a:gd name="dsw" fmla="+- 0 sw mins"/>
                <a:gd name="dsh" fmla="+- 0 sh mins"/>
                <a:gd name="p0x0" fmla="*/ 0 w 17040"/>
                <a:gd name="p0y0" fmla="*/ 0 h 15"/>
                <a:gd name="p0x1" fmla="*/ 17040 w 17040"/>
                <a:gd name="p0y1" fmla="*/ 0 h 15"/>
                <a:gd name="p0x2" fmla="*/ 17040 w 17040"/>
                <a:gd name="p0y2" fmla="*/ 15 h 15"/>
                <a:gd name="p0x3" fmla="*/ 0 w 17040"/>
                <a:gd name="p0y3" fmla="*/ 15 h 15"/>
                <a:gd name="p0x4" fmla="*/ 0 w 1704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任意多边形 30"/>
          <p:cNvSpPr/>
          <p:nvPr>
            <p:custDataLst>
              <p:tags r:id="rId8"/>
            </p:custDataLst>
          </p:nvPr>
        </p:nvSpPr>
        <p:spPr>
          <a:xfrm>
            <a:off x="3157220" y="5757545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11212" t="-4314" r="-11212" b="-4314"/>
          <a:stretch>
            <a:fillRect/>
          </a:stretch>
        </p:blipFill>
        <p:spPr>
          <a:xfrm>
            <a:off x="3283585" y="5857875"/>
            <a:ext cx="128270" cy="175895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3652838" y="5724525"/>
            <a:ext cx="1385888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屏幕分辨率</a:t>
            </a:r>
            <a:endParaRPr sz="1050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3"/>
            </p:custDataLst>
          </p:nvPr>
        </p:nvSpPr>
        <p:spPr>
          <a:xfrm>
            <a:off x="3652838" y="5910263"/>
            <a:ext cx="1576388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240 </a:t>
            </a:r>
            <a:r>
              <a:rPr lang="zh-CN" altLang="en-US"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×</a:t>
            </a:r>
            <a:r>
              <a:rPr lang="en-US" altLang="zh-CN"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320 </a:t>
            </a:r>
            <a:r>
              <a:rPr lang="zh-CN" altLang="en-US"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像素</a:t>
            </a:r>
            <a:endParaRPr lang="zh-CN" altLang="en-US" sz="1500" b="1">
              <a:solidFill>
                <a:srgbClr val="1E293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14"/>
            </p:custDataLst>
          </p:nvPr>
        </p:nvSpPr>
        <p:spPr>
          <a:xfrm>
            <a:off x="5610225" y="5757545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CFD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2051" t="-4314" r="-2051" b="-4314"/>
          <a:stretch>
            <a:fillRect/>
          </a:stretch>
        </p:blipFill>
        <p:spPr>
          <a:xfrm>
            <a:off x="5735955" y="5857875"/>
            <a:ext cx="128905" cy="175895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18"/>
            </p:custDataLst>
          </p:nvPr>
        </p:nvSpPr>
        <p:spPr>
          <a:xfrm>
            <a:off x="6105525" y="5724525"/>
            <a:ext cx="881063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当前页码</a:t>
            </a:r>
            <a:endParaRPr sz="1050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6105525" y="5910263"/>
            <a:ext cx="1071563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</a:rPr>
              <a:t>Page 2 / 4</a:t>
            </a:r>
            <a:endParaRPr sz="1500" b="1">
              <a:solidFill>
                <a:srgbClr val="1E293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20"/>
            </p:custDataLst>
          </p:nvPr>
        </p:nvSpPr>
        <p:spPr>
          <a:xfrm>
            <a:off x="7557770" y="5757545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941" t="-4314" r="-2941" b="-4314"/>
          <a:stretch>
            <a:fillRect/>
          </a:stretch>
        </p:blipFill>
        <p:spPr>
          <a:xfrm>
            <a:off x="7662545" y="5857875"/>
            <a:ext cx="171450" cy="175895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24"/>
            </p:custDataLst>
          </p:nvPr>
        </p:nvSpPr>
        <p:spPr>
          <a:xfrm>
            <a:off x="8053388" y="5724525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当前档位</a:t>
            </a:r>
            <a:endParaRPr sz="1050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25"/>
            </p:custDataLst>
          </p:nvPr>
        </p:nvSpPr>
        <p:spPr>
          <a:xfrm>
            <a:off x="8053388" y="5910263"/>
            <a:ext cx="117157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低档</a:t>
            </a:r>
            <a:r>
              <a:rPr lang="en-US" altLang="zh-CN" sz="1500" b="1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(40%)</a:t>
            </a:r>
            <a:endParaRPr lang="en-US" altLang="zh-CN" sz="1500" b="1">
              <a:solidFill>
                <a:srgbClr val="1E293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6"/>
            </p:custDataLst>
          </p:nvPr>
        </p:nvSpPr>
        <p:spPr>
          <a:xfrm>
            <a:off x="10386695" y="1395095"/>
            <a:ext cx="1114425" cy="1247775"/>
          </a:xfrm>
          <a:custGeom>
            <a:avLst/>
            <a:gdLst>
              <a:gd name="sw" fmla="*/ 1 w 1755"/>
              <a:gd name="sh" fmla="*/ 1 h 1965"/>
              <a:gd name="mins" fmla="min sw sh"/>
              <a:gd name="dsw" fmla="+- 0 sw mins"/>
              <a:gd name="dsh" fmla="+- 0 sh mins"/>
              <a:gd name="p0x0" fmla="*/ 120 w 1755"/>
              <a:gd name="p0y0" fmla="*/ 0 h 1965"/>
              <a:gd name="p0x1" fmla="*/ 1635 w 1755"/>
              <a:gd name="p0y1" fmla="*/ 0 h 1965"/>
              <a:gd name="p0x2" fmla="*/ 1701 w 1755"/>
              <a:gd name="p0y2" fmla="*/ 0 h 1965"/>
              <a:gd name="p0x3" fmla="*/ 1755 w 1755"/>
              <a:gd name="p0y3" fmla="*/ 53 h 1965"/>
              <a:gd name="p0x4" fmla="*/ 1755 w 1755"/>
              <a:gd name="p0y4" fmla="*/ 120 h 1965"/>
              <a:gd name="p0x5" fmla="*/ 1755 w 1755"/>
              <a:gd name="p0y5" fmla="*/ 1845 h 1965"/>
              <a:gd name="p0x6" fmla="*/ 1755 w 1755"/>
              <a:gd name="p0y6" fmla="*/ 1911 h 1965"/>
              <a:gd name="p0x7" fmla="*/ 1701 w 1755"/>
              <a:gd name="p0y7" fmla="*/ 1965 h 1965"/>
              <a:gd name="p0x8" fmla="*/ 1635 w 1755"/>
              <a:gd name="p0y8" fmla="*/ 1965 h 1965"/>
              <a:gd name="p0x9" fmla="*/ 120 w 1755"/>
              <a:gd name="p0y9" fmla="*/ 1965 h 1965"/>
              <a:gd name="p0x10" fmla="*/ 53 w 1755"/>
              <a:gd name="p0y10" fmla="*/ 1965 h 1965"/>
              <a:gd name="p0x11" fmla="*/ 0 w 1755"/>
              <a:gd name="p0y11" fmla="*/ 1911 h 1965"/>
              <a:gd name="p0x12" fmla="*/ 0 w 1755"/>
              <a:gd name="p0y12" fmla="*/ 1845 h 1965"/>
              <a:gd name="p0x13" fmla="*/ 0 w 1755"/>
              <a:gd name="p0y13" fmla="*/ 120 h 1965"/>
              <a:gd name="p0x14" fmla="*/ 0 w 1755"/>
              <a:gd name="p0y14" fmla="*/ 53 h 1965"/>
              <a:gd name="p0x15" fmla="*/ 53 w 1755"/>
              <a:gd name="p0y15" fmla="*/ 0 h 1965"/>
              <a:gd name="p0x16" fmla="*/ 120 w 1755"/>
              <a:gd name="p0y16" fmla="*/ 0 h 19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C"/>
          </a:solidFill>
          <a:ln w="9525" cmpd="sng">
            <a:solidFill>
              <a:srgbClr val="E2E8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27"/>
            </p:custDataLst>
          </p:nvPr>
        </p:nvSpPr>
        <p:spPr>
          <a:xfrm>
            <a:off x="10544175" y="158305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30 w 180"/>
              <a:gd name="p0y0" fmla="*/ 0 h 180"/>
              <a:gd name="p0x1" fmla="*/ 150 w 180"/>
              <a:gd name="p0y1" fmla="*/ 0 h 180"/>
              <a:gd name="p0x2" fmla="*/ 166 w 180"/>
              <a:gd name="p0y2" fmla="*/ 0 h 180"/>
              <a:gd name="p0x3" fmla="*/ 180 w 180"/>
              <a:gd name="p0y3" fmla="*/ 13 h 180"/>
              <a:gd name="p0x4" fmla="*/ 180 w 180"/>
              <a:gd name="p0y4" fmla="*/ 30 h 180"/>
              <a:gd name="p0x5" fmla="*/ 180 w 180"/>
              <a:gd name="p0y5" fmla="*/ 150 h 180"/>
              <a:gd name="p0x6" fmla="*/ 180 w 180"/>
              <a:gd name="p0y6" fmla="*/ 166 h 180"/>
              <a:gd name="p0x7" fmla="*/ 166 w 180"/>
              <a:gd name="p0y7" fmla="*/ 180 h 180"/>
              <a:gd name="p0x8" fmla="*/ 150 w 180"/>
              <a:gd name="p0y8" fmla="*/ 180 h 180"/>
              <a:gd name="p0x9" fmla="*/ 30 w 180"/>
              <a:gd name="p0y9" fmla="*/ 180 h 180"/>
              <a:gd name="p0x10" fmla="*/ 13 w 180"/>
              <a:gd name="p0y10" fmla="*/ 180 h 180"/>
              <a:gd name="p0x11" fmla="*/ 0 w 180"/>
              <a:gd name="p0y11" fmla="*/ 166 h 180"/>
              <a:gd name="p0x12" fmla="*/ 0 w 180"/>
              <a:gd name="p0y12" fmla="*/ 150 h 180"/>
              <a:gd name="p0x13" fmla="*/ 0 w 180"/>
              <a:gd name="p0y13" fmla="*/ 30 h 180"/>
              <a:gd name="p0x14" fmla="*/ 0 w 180"/>
              <a:gd name="p0y14" fmla="*/ 13 h 180"/>
              <a:gd name="p0x15" fmla="*/ 13 w 180"/>
              <a:gd name="p0y15" fmla="*/ 0 h 180"/>
              <a:gd name="p0x16" fmla="*/ 30 w 180"/>
              <a:gd name="p0y16" fmla="*/ 0 h 1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9CA3A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8"/>
            </p:custDataLst>
          </p:nvPr>
        </p:nvSpPr>
        <p:spPr>
          <a:xfrm>
            <a:off x="10734675" y="1552575"/>
            <a:ext cx="37147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灭档</a:t>
            </a:r>
            <a:endParaRPr sz="975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29"/>
            </p:custDataLst>
          </p:nvPr>
        </p:nvSpPr>
        <p:spPr>
          <a:xfrm>
            <a:off x="10544175" y="183578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30 w 180"/>
              <a:gd name="p0y0" fmla="*/ 0 h 180"/>
              <a:gd name="p0x1" fmla="*/ 150 w 180"/>
              <a:gd name="p0y1" fmla="*/ 0 h 180"/>
              <a:gd name="p0x2" fmla="*/ 166 w 180"/>
              <a:gd name="p0y2" fmla="*/ 0 h 180"/>
              <a:gd name="p0x3" fmla="*/ 180 w 180"/>
              <a:gd name="p0y3" fmla="*/ 13 h 180"/>
              <a:gd name="p0x4" fmla="*/ 180 w 180"/>
              <a:gd name="p0y4" fmla="*/ 30 h 180"/>
              <a:gd name="p0x5" fmla="*/ 180 w 180"/>
              <a:gd name="p0y5" fmla="*/ 150 h 180"/>
              <a:gd name="p0x6" fmla="*/ 180 w 180"/>
              <a:gd name="p0y6" fmla="*/ 166 h 180"/>
              <a:gd name="p0x7" fmla="*/ 166 w 180"/>
              <a:gd name="p0y7" fmla="*/ 180 h 180"/>
              <a:gd name="p0x8" fmla="*/ 150 w 180"/>
              <a:gd name="p0y8" fmla="*/ 180 h 180"/>
              <a:gd name="p0x9" fmla="*/ 30 w 180"/>
              <a:gd name="p0y9" fmla="*/ 180 h 180"/>
              <a:gd name="p0x10" fmla="*/ 13 w 180"/>
              <a:gd name="p0y10" fmla="*/ 180 h 180"/>
              <a:gd name="p0x11" fmla="*/ 0 w 180"/>
              <a:gd name="p0y11" fmla="*/ 166 h 180"/>
              <a:gd name="p0x12" fmla="*/ 0 w 180"/>
              <a:gd name="p0y12" fmla="*/ 150 h 180"/>
              <a:gd name="p0x13" fmla="*/ 0 w 180"/>
              <a:gd name="p0y13" fmla="*/ 30 h 180"/>
              <a:gd name="p0x14" fmla="*/ 0 w 180"/>
              <a:gd name="p0y14" fmla="*/ 13 h 180"/>
              <a:gd name="p0x15" fmla="*/ 13 w 180"/>
              <a:gd name="p0y15" fmla="*/ 0 h 180"/>
              <a:gd name="p0x16" fmla="*/ 30 w 180"/>
              <a:gd name="p0y16" fmla="*/ 0 h 1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30"/>
            </p:custDataLst>
          </p:nvPr>
        </p:nvSpPr>
        <p:spPr>
          <a:xfrm>
            <a:off x="10734675" y="1804988"/>
            <a:ext cx="73342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低档</a:t>
            </a:r>
            <a:r>
              <a:rPr lang="en-US" altLang="zh-CN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(</a:t>
            </a:r>
            <a:r>
              <a:rPr lang="zh-CN" altLang="en-US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绿色</a:t>
            </a:r>
            <a:r>
              <a:rPr lang="en-US" altLang="zh-CN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</a:t>
            </a:r>
            <a:endParaRPr lang="en-US" altLang="zh-CN" sz="975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1"/>
            </p:custDataLst>
          </p:nvPr>
        </p:nvSpPr>
        <p:spPr>
          <a:xfrm>
            <a:off x="10544175" y="2087880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30 w 180"/>
              <a:gd name="p0y0" fmla="*/ 0 h 180"/>
              <a:gd name="p0x1" fmla="*/ 150 w 180"/>
              <a:gd name="p0y1" fmla="*/ 0 h 180"/>
              <a:gd name="p0x2" fmla="*/ 166 w 180"/>
              <a:gd name="p0y2" fmla="*/ 0 h 180"/>
              <a:gd name="p0x3" fmla="*/ 180 w 180"/>
              <a:gd name="p0y3" fmla="*/ 13 h 180"/>
              <a:gd name="p0x4" fmla="*/ 180 w 180"/>
              <a:gd name="p0y4" fmla="*/ 30 h 180"/>
              <a:gd name="p0x5" fmla="*/ 180 w 180"/>
              <a:gd name="p0y5" fmla="*/ 150 h 180"/>
              <a:gd name="p0x6" fmla="*/ 180 w 180"/>
              <a:gd name="p0y6" fmla="*/ 166 h 180"/>
              <a:gd name="p0x7" fmla="*/ 166 w 180"/>
              <a:gd name="p0y7" fmla="*/ 180 h 180"/>
              <a:gd name="p0x8" fmla="*/ 150 w 180"/>
              <a:gd name="p0y8" fmla="*/ 180 h 180"/>
              <a:gd name="p0x9" fmla="*/ 30 w 180"/>
              <a:gd name="p0y9" fmla="*/ 180 h 180"/>
              <a:gd name="p0x10" fmla="*/ 13 w 180"/>
              <a:gd name="p0y10" fmla="*/ 180 h 180"/>
              <a:gd name="p0x11" fmla="*/ 0 w 180"/>
              <a:gd name="p0y11" fmla="*/ 166 h 180"/>
              <a:gd name="p0x12" fmla="*/ 0 w 180"/>
              <a:gd name="p0y12" fmla="*/ 150 h 180"/>
              <a:gd name="p0x13" fmla="*/ 0 w 180"/>
              <a:gd name="p0y13" fmla="*/ 30 h 180"/>
              <a:gd name="p0x14" fmla="*/ 0 w 180"/>
              <a:gd name="p0y14" fmla="*/ 13 h 180"/>
              <a:gd name="p0x15" fmla="*/ 13 w 180"/>
              <a:gd name="p0y15" fmla="*/ 0 h 180"/>
              <a:gd name="p0x16" fmla="*/ 30 w 180"/>
              <a:gd name="p0y16" fmla="*/ 0 h 1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2"/>
            </p:custDataLst>
          </p:nvPr>
        </p:nvSpPr>
        <p:spPr>
          <a:xfrm>
            <a:off x="10734675" y="2057400"/>
            <a:ext cx="73342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中档</a:t>
            </a:r>
            <a:r>
              <a:rPr lang="en-US" altLang="zh-CN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(</a:t>
            </a:r>
            <a:r>
              <a:rPr lang="zh-CN" altLang="en-US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蓝色</a:t>
            </a:r>
            <a:r>
              <a:rPr lang="en-US" altLang="zh-CN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</a:t>
            </a:r>
            <a:endParaRPr lang="en-US" altLang="zh-CN" sz="975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33"/>
            </p:custDataLst>
          </p:nvPr>
        </p:nvSpPr>
        <p:spPr>
          <a:xfrm>
            <a:off x="10544175" y="2340610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30 w 180"/>
              <a:gd name="p0y0" fmla="*/ 0 h 180"/>
              <a:gd name="p0x1" fmla="*/ 150 w 180"/>
              <a:gd name="p0y1" fmla="*/ 0 h 180"/>
              <a:gd name="p0x2" fmla="*/ 166 w 180"/>
              <a:gd name="p0y2" fmla="*/ 0 h 180"/>
              <a:gd name="p0x3" fmla="*/ 180 w 180"/>
              <a:gd name="p0y3" fmla="*/ 13 h 180"/>
              <a:gd name="p0x4" fmla="*/ 180 w 180"/>
              <a:gd name="p0y4" fmla="*/ 30 h 180"/>
              <a:gd name="p0x5" fmla="*/ 180 w 180"/>
              <a:gd name="p0y5" fmla="*/ 150 h 180"/>
              <a:gd name="p0x6" fmla="*/ 180 w 180"/>
              <a:gd name="p0y6" fmla="*/ 166 h 180"/>
              <a:gd name="p0x7" fmla="*/ 166 w 180"/>
              <a:gd name="p0y7" fmla="*/ 180 h 180"/>
              <a:gd name="p0x8" fmla="*/ 150 w 180"/>
              <a:gd name="p0y8" fmla="*/ 180 h 180"/>
              <a:gd name="p0x9" fmla="*/ 30 w 180"/>
              <a:gd name="p0y9" fmla="*/ 180 h 180"/>
              <a:gd name="p0x10" fmla="*/ 13 w 180"/>
              <a:gd name="p0y10" fmla="*/ 180 h 180"/>
              <a:gd name="p0x11" fmla="*/ 0 w 180"/>
              <a:gd name="p0y11" fmla="*/ 166 h 180"/>
              <a:gd name="p0x12" fmla="*/ 0 w 180"/>
              <a:gd name="p0y12" fmla="*/ 150 h 180"/>
              <a:gd name="p0x13" fmla="*/ 0 w 180"/>
              <a:gd name="p0y13" fmla="*/ 30 h 180"/>
              <a:gd name="p0x14" fmla="*/ 0 w 180"/>
              <a:gd name="p0y14" fmla="*/ 13 h 180"/>
              <a:gd name="p0x15" fmla="*/ 13 w 180"/>
              <a:gd name="p0y15" fmla="*/ 0 h 180"/>
              <a:gd name="p0x16" fmla="*/ 30 w 180"/>
              <a:gd name="p0y16" fmla="*/ 0 h 1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34"/>
            </p:custDataLst>
          </p:nvPr>
        </p:nvSpPr>
        <p:spPr>
          <a:xfrm>
            <a:off x="10734675" y="2309813"/>
            <a:ext cx="73342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高档</a:t>
            </a:r>
            <a:r>
              <a:rPr lang="en-US" altLang="zh-CN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(</a:t>
            </a:r>
            <a:r>
              <a:rPr lang="zh-CN" altLang="en-US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红色</a:t>
            </a:r>
            <a:r>
              <a:rPr lang="en-US" altLang="zh-CN" sz="975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</a:t>
            </a:r>
            <a:endParaRPr lang="en-US" altLang="zh-CN" sz="975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35"/>
            </p:custDataLst>
          </p:nvPr>
        </p:nvSpPr>
        <p:spPr>
          <a:xfrm>
            <a:off x="4419600" y="1428750"/>
            <a:ext cx="3352800" cy="3867150"/>
          </a:xfrm>
          <a:custGeom>
            <a:avLst/>
            <a:gdLst>
              <a:gd name="sw" fmla="*/ 1 w 5280"/>
              <a:gd name="sh" fmla="*/ 1 h 6090"/>
              <a:gd name="mins" fmla="min sw sh"/>
              <a:gd name="dsw" fmla="+- 0 sw mins"/>
              <a:gd name="dsh" fmla="+- 0 sh mins"/>
              <a:gd name="p0x0" fmla="*/ 180 w 5280"/>
              <a:gd name="p0y0" fmla="*/ 0 h 6090"/>
              <a:gd name="p0x1" fmla="*/ 5100 w 5280"/>
              <a:gd name="p0y1" fmla="*/ 0 h 6090"/>
              <a:gd name="p0x2" fmla="*/ 5199 w 5280"/>
              <a:gd name="p0y2" fmla="*/ 0 h 6090"/>
              <a:gd name="p0x3" fmla="*/ 5280 w 5280"/>
              <a:gd name="p0y3" fmla="*/ 80 h 6090"/>
              <a:gd name="p0x4" fmla="*/ 5280 w 5280"/>
              <a:gd name="p0y4" fmla="*/ 180 h 6090"/>
              <a:gd name="p0x5" fmla="*/ 5280 w 5280"/>
              <a:gd name="p0y5" fmla="*/ 5910 h 6090"/>
              <a:gd name="p0x6" fmla="*/ 5280 w 5280"/>
              <a:gd name="p0y6" fmla="*/ 6009 h 6090"/>
              <a:gd name="p0x7" fmla="*/ 5199 w 5280"/>
              <a:gd name="p0y7" fmla="*/ 6090 h 6090"/>
              <a:gd name="p0x8" fmla="*/ 5100 w 5280"/>
              <a:gd name="p0y8" fmla="*/ 6090 h 6090"/>
              <a:gd name="p0x9" fmla="*/ 180 w 5280"/>
              <a:gd name="p0y9" fmla="*/ 6090 h 6090"/>
              <a:gd name="p0x10" fmla="*/ 80 w 5280"/>
              <a:gd name="p0y10" fmla="*/ 6090 h 6090"/>
              <a:gd name="p0x11" fmla="*/ 0 w 5280"/>
              <a:gd name="p0y11" fmla="*/ 6009 h 6090"/>
              <a:gd name="p0x12" fmla="*/ 0 w 5280"/>
              <a:gd name="p0y12" fmla="*/ 5910 h 6090"/>
              <a:gd name="p0x13" fmla="*/ 0 w 5280"/>
              <a:gd name="p0y13" fmla="*/ 180 h 6090"/>
              <a:gd name="p0x14" fmla="*/ 0 w 5280"/>
              <a:gd name="p0y14" fmla="*/ 80 h 6090"/>
              <a:gd name="p0x15" fmla="*/ 80 w 5280"/>
              <a:gd name="p0y15" fmla="*/ 0 h 6090"/>
              <a:gd name="p0x16" fmla="*/ 180 w 5280"/>
              <a:gd name="p0y16" fmla="*/ 0 h 60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0000"/>
          </a:solidFill>
          <a:ln w="76200" cmpd="sng">
            <a:solidFill>
              <a:srgbClr val="334155"/>
            </a:solidFill>
            <a:prstDash val="solid"/>
          </a:ln>
          <a:effectLst>
            <a:outerShdw blurRad="714375" dist="190500" dir="5399999" algn="ctr" rotWithShape="0">
              <a:srgbClr val="000000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36"/>
            </p:custDataLst>
          </p:nvPr>
        </p:nvSpPr>
        <p:spPr>
          <a:xfrm>
            <a:off x="5310505" y="1477645"/>
            <a:ext cx="1800225" cy="2832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System Status</a:t>
            </a:r>
            <a:endParaRPr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37"/>
            </p:custDataLst>
          </p:nvPr>
        </p:nvSpPr>
        <p:spPr>
          <a:xfrm>
            <a:off x="4524375" y="1906270"/>
            <a:ext cx="1221740" cy="2832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LED: </a:t>
            </a:r>
            <a:r>
              <a:rPr b="1">
                <a:solidFill>
                  <a:srgbClr val="EF4444"/>
                </a:solidFill>
                <a:latin typeface="Microsoft YaHei" panose="020B0503020204020204" charset="-122"/>
                <a:ea typeface="Microsoft YaHei" panose="020B0503020204020204" charset="-122"/>
              </a:rPr>
              <a:t>OFF</a:t>
            </a:r>
            <a:endParaRPr b="1">
              <a:solidFill>
                <a:srgbClr val="EF444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8"/>
            </p:custDataLst>
          </p:nvPr>
        </p:nvSpPr>
        <p:spPr>
          <a:xfrm>
            <a:off x="4524375" y="2477770"/>
            <a:ext cx="1193165" cy="2832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Fan: </a:t>
            </a:r>
            <a:r>
              <a:rPr b="1">
                <a:solidFill>
                  <a:srgbClr val="EF4444"/>
                </a:solidFill>
                <a:latin typeface="Microsoft YaHei" panose="020B0503020204020204" charset="-122"/>
                <a:ea typeface="Microsoft YaHei" panose="020B0503020204020204" charset="-122"/>
              </a:rPr>
              <a:t>OFF</a:t>
            </a:r>
            <a:endParaRPr b="1">
              <a:solidFill>
                <a:srgbClr val="EF444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矩形 20"/>
          <p:cNvSpPr/>
          <p:nvPr>
            <p:custDataLst>
              <p:tags r:id="rId39"/>
            </p:custDataLst>
          </p:nvPr>
        </p:nvSpPr>
        <p:spPr>
          <a:xfrm>
            <a:off x="4538980" y="3634105"/>
            <a:ext cx="3114675" cy="971550"/>
          </a:xfrm>
          <a:prstGeom prst="rect">
            <a:avLst/>
          </a:prstGeom>
          <a:solidFill>
            <a:srgbClr val="FFFFFF"/>
          </a:solidFill>
          <a:ln w="28575" cmpd="sng">
            <a:solidFill>
              <a:srgbClr val="FFFFFF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40"/>
            </p:custDataLst>
          </p:nvPr>
        </p:nvSpPr>
        <p:spPr>
          <a:xfrm>
            <a:off x="4667250" y="3676650"/>
            <a:ext cx="1757680" cy="328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风扇转速</a:t>
            </a:r>
            <a:r>
              <a:rPr lang="en-US" altLang="zh-CN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: </a:t>
            </a:r>
            <a:r>
              <a:rPr b="1">
                <a:solidFill>
                  <a:srgbClr val="DC2626"/>
                </a:solidFill>
                <a:latin typeface="Microsoft YaHei" panose="020B0503020204020204" charset="-122"/>
                <a:ea typeface="Microsoft YaHei" panose="020B0503020204020204" charset="-122"/>
              </a:rPr>
              <a:t>40%</a:t>
            </a:r>
            <a:endParaRPr b="1">
              <a:solidFill>
                <a:srgbClr val="DC2626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矩形 22"/>
          <p:cNvSpPr/>
          <p:nvPr>
            <p:custDataLst>
              <p:tags r:id="rId41"/>
            </p:custDataLst>
          </p:nvPr>
        </p:nvSpPr>
        <p:spPr>
          <a:xfrm>
            <a:off x="4681855" y="4019550"/>
            <a:ext cx="2828925" cy="228600"/>
          </a:xfrm>
          <a:prstGeom prst="rect">
            <a:avLst/>
          </a:prstGeom>
          <a:solidFill>
            <a:srgbClr val="FFFFFF"/>
          </a:solidFill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42"/>
            </p:custDataLst>
          </p:nvPr>
        </p:nvSpPr>
        <p:spPr>
          <a:xfrm>
            <a:off x="4695825" y="4034155"/>
            <a:ext cx="1119505" cy="2000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43"/>
            </p:custDataLst>
          </p:nvPr>
        </p:nvSpPr>
        <p:spPr>
          <a:xfrm>
            <a:off x="4667250" y="4362450"/>
            <a:ext cx="1264285" cy="328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RGB: </a:t>
            </a:r>
            <a:r>
              <a:rPr b="1">
                <a:solidFill>
                  <a:srgbClr val="16A34A"/>
                </a:solidFill>
                <a:latin typeface="Microsoft YaHei" panose="020B0503020204020204" charset="-122"/>
                <a:ea typeface="Microsoft YaHei" panose="020B0503020204020204" charset="-122"/>
              </a:rPr>
              <a:t>绿灯</a:t>
            </a:r>
            <a:endParaRPr b="1">
              <a:solidFill>
                <a:srgbClr val="16A34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WPS 演示</Application>
  <PresentationFormat>宽屏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 Light</vt:lpstr>
      <vt:lpstr>微软雅黑</vt:lpstr>
      <vt:lpstr>Calibri</vt:lpstr>
      <vt:lpstr>Microsoft YaHei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dcterms:created xsi:type="dcterms:W3CDTF">2026-07-29T06:55:20Z</dcterms:created>
  <dcterms:modified xsi:type="dcterms:W3CDTF">2026-07-29T06:55:20Z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2052-12.9.0.25365</vt:lpwstr>
  </property>
  <property fmtid="{D5CDD505-2E9C-101B-9397-08002B2CF9AE}" pid="3" name="ICV">
    <vt:lpwstr>08040FB489DAF488D8A3696AD76DA423_41</vt:lpwstr>
  </property>
  <property fmtid="{D5CDD505-2E9C-101B-9397-08002B2CF9AE}" pid="4" name="KSOAIPPTCode">
    <vt:lpwstr>b856VuK6V16kHSroUp7RSVauo3T6kz1HbpVbLEloRYDX0tEOOu+znt9X9DJivgT6ZAMaACpakItdje96AW3LHDcmcsQcDbD1O/SgbsKvyeDwm/7vItbpDwAwdZ+nxTkXTynybEjt6MEwR/TzxIRtWpTVHu621xt4M9bq6hoZ7nZAbLU2UAE6IzXcl7Cv4w1rNgQryQiD+2vPtQZiw35C6AC36wjNB6vsVMXSfrgYrSNVUqJ77rWob3PRPUhTn4+X+96pP+EnwrWf5vPHYkSs6x9TLfW2q5bp+JgZop36JphfDPmip2NkQFmWXfOeQ+/10AlVZCLnw62bUsVE5cM4eQ==</vt:lpwstr>
  </property>
</Properties>
</file>