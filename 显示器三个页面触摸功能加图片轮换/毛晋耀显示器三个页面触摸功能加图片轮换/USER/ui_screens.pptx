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界面一：首页（Page_Home）— 个人主页显示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全屏240×320 RGB565图片显示，右下角红色文字"宾哥真帅"签名</a:t>
            </a:r>
          </a:p>
        </p:txBody>
      </p:sp>
      <p:pic>
        <p:nvPicPr>
          <p:cNvPr id="4" name="Picture 3" descr="page1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34" y="1554480"/>
            <a:ext cx="377042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界面二：外设控制页（Page_One）— LED/FAN触摸按钮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蓝色LED OFF按钮 + 黄色FAN ON按钮，触摸区域(10-110,40-120)和(130-230,40-120)，200ms防抖</a:t>
            </a:r>
          </a:p>
        </p:txBody>
      </p:sp>
      <p:pic>
        <p:nvPicPr>
          <p:cNvPr id="4" name="Picture 3" descr="page2_contr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34" y="1554480"/>
            <a:ext cx="377042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界面三：系统状态页（Page_Two）— 风扇进度条与RGB状态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黑底白字System Status标题，LED:OFF(红) Fan:ON(绿)，风扇转速40%进度条，RGB绿灯状态显示</a:t>
            </a:r>
          </a:p>
        </p:txBody>
      </p:sp>
      <p:pic>
        <p:nvPicPr>
          <p:cNvPr id="4" name="Picture 3" descr="page3_stat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34" y="1554480"/>
            <a:ext cx="377042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界面四：传感器数据页（Page_Sensor）— 火焰+光敏实时显示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/>
              <a:t>Sensor_data标题，火焰传感器0.2%、光敏电阻30.2%实时百分比显示</a:t>
            </a:r>
          </a:p>
        </p:txBody>
      </p:sp>
      <p:pic>
        <p:nvPicPr>
          <p:cNvPr id="4" name="Picture 3" descr="page4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34" y="1554480"/>
            <a:ext cx="3770426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