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8" Type="http://schemas.openxmlformats.org/officeDocument/2006/relationships/slideLayout" Target="../slideLayouts/slideLayout7.xml"/><Relationship Id="rId37" Type="http://schemas.openxmlformats.org/officeDocument/2006/relationships/image" Target="../media/image8.svg"/><Relationship Id="rId36" Type="http://schemas.openxmlformats.org/officeDocument/2006/relationships/image" Target="../media/image7.png"/><Relationship Id="rId35" Type="http://schemas.openxmlformats.org/officeDocument/2006/relationships/tags" Target="../tags/tag29.xml"/><Relationship Id="rId34" Type="http://schemas.openxmlformats.org/officeDocument/2006/relationships/tags" Target="../tags/tag28.xml"/><Relationship Id="rId33" Type="http://schemas.openxmlformats.org/officeDocument/2006/relationships/image" Target="../media/image6.svg"/><Relationship Id="rId32" Type="http://schemas.openxmlformats.org/officeDocument/2006/relationships/image" Target="../media/image5.png"/><Relationship Id="rId31" Type="http://schemas.openxmlformats.org/officeDocument/2006/relationships/tags" Target="../tags/tag27.xml"/><Relationship Id="rId30" Type="http://schemas.openxmlformats.org/officeDocument/2006/relationships/tags" Target="../tags/tag26.xml"/><Relationship Id="rId3" Type="http://schemas.openxmlformats.org/officeDocument/2006/relationships/tags" Target="../tags/tag3.xml"/><Relationship Id="rId29" Type="http://schemas.openxmlformats.org/officeDocument/2006/relationships/tags" Target="../tags/tag25.xml"/><Relationship Id="rId28" Type="http://schemas.openxmlformats.org/officeDocument/2006/relationships/tags" Target="../tags/tag24.xml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tags" Target="../tags/tag2.xml"/><Relationship Id="rId19" Type="http://schemas.openxmlformats.org/officeDocument/2006/relationships/image" Target="../media/image4.svg"/><Relationship Id="rId18" Type="http://schemas.openxmlformats.org/officeDocument/2006/relationships/image" Target="../media/image3.png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image" Target="../media/image2.sv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 1"/>
          <p:cNvSpPr/>
          <p:nvPr>
            <p:custDataLst>
              <p:tags r:id="rId1"/>
            </p:custDataLst>
          </p:nvPr>
        </p:nvSpPr>
        <p:spPr>
          <a:xfrm>
            <a:off x="10096500" y="-762000"/>
            <a:ext cx="2857500" cy="2857500"/>
          </a:xfrm>
          <a:custGeom>
            <a:avLst/>
            <a:gdLst>
              <a:gd name="sw" fmla="*/ 1 w 4500"/>
              <a:gd name="sh" fmla="*/ 1 h 4500"/>
              <a:gd name="mins" fmla="min sw sh"/>
              <a:gd name="dsw" fmla="+- 0 sw mins"/>
              <a:gd name="dsh" fmla="+- 0 sh mins"/>
              <a:gd name="p0x0" fmla="*/ 2250 w 4500"/>
              <a:gd name="p0y0" fmla="*/ 0 h 4500"/>
              <a:gd name="p0x1" fmla="*/ 3492 w 4500"/>
              <a:gd name="p0y1" fmla="*/ 0 h 4500"/>
              <a:gd name="p0x2" fmla="*/ 4500 w 4500"/>
              <a:gd name="p0y2" fmla="*/ 1007 h 4500"/>
              <a:gd name="p0x3" fmla="*/ 4500 w 4500"/>
              <a:gd name="p0y3" fmla="*/ 2250 h 4500"/>
              <a:gd name="p0x4" fmla="*/ 4500 w 4500"/>
              <a:gd name="p0y4" fmla="*/ 3492 h 4500"/>
              <a:gd name="p0x5" fmla="*/ 3492 w 4500"/>
              <a:gd name="p0y5" fmla="*/ 4500 h 4500"/>
              <a:gd name="p0x6" fmla="*/ 2250 w 4500"/>
              <a:gd name="p0y6" fmla="*/ 4500 h 4500"/>
              <a:gd name="p0x7" fmla="*/ 1007 w 4500"/>
              <a:gd name="p0y7" fmla="*/ 4500 h 4500"/>
              <a:gd name="p0x8" fmla="*/ 0 w 4500"/>
              <a:gd name="p0y8" fmla="*/ 3492 h 4500"/>
              <a:gd name="p0x9" fmla="*/ 0 w 4500"/>
              <a:gd name="p0y9" fmla="*/ 2250 h 4500"/>
              <a:gd name="p0x10" fmla="*/ 0 w 4500"/>
              <a:gd name="p0y10" fmla="*/ 1007 h 4500"/>
              <a:gd name="p0x11" fmla="*/ 1007 w 4500"/>
              <a:gd name="p0y11" fmla="*/ 0 h 4500"/>
              <a:gd name="p0x12" fmla="*/ 2250 w 4500"/>
              <a:gd name="p0y12" fmla="*/ 0 h 45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E0F2F1">
                  <a:alpha val="60000"/>
                </a:srgbClr>
              </a:gs>
              <a:gs pos="100000">
                <a:srgbClr val="B2DFDB">
                  <a:alpha val="60000"/>
                </a:srgbClr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-952500" y="4476750"/>
            <a:ext cx="3333750" cy="3333750"/>
          </a:xfrm>
          <a:custGeom>
            <a:avLst/>
            <a:gdLst>
              <a:gd name="sw" fmla="*/ 1 w 5250"/>
              <a:gd name="sh" fmla="*/ 1 h 5250"/>
              <a:gd name="mins" fmla="min sw sh"/>
              <a:gd name="dsw" fmla="+- 0 sw mins"/>
              <a:gd name="dsh" fmla="+- 0 sh mins"/>
              <a:gd name="p0x0" fmla="*/ 2625 w 5250"/>
              <a:gd name="p0y0" fmla="*/ 0 h 5250"/>
              <a:gd name="p0x1" fmla="*/ 4074 w 5250"/>
              <a:gd name="p0y1" fmla="*/ 0 h 5250"/>
              <a:gd name="p0x2" fmla="*/ 5250 w 5250"/>
              <a:gd name="p0y2" fmla="*/ 1175 h 5250"/>
              <a:gd name="p0x3" fmla="*/ 5250 w 5250"/>
              <a:gd name="p0y3" fmla="*/ 2625 h 5250"/>
              <a:gd name="p0x4" fmla="*/ 5250 w 5250"/>
              <a:gd name="p0y4" fmla="*/ 4074 h 5250"/>
              <a:gd name="p0x5" fmla="*/ 4074 w 5250"/>
              <a:gd name="p0y5" fmla="*/ 5250 h 5250"/>
              <a:gd name="p0x6" fmla="*/ 2625 w 5250"/>
              <a:gd name="p0y6" fmla="*/ 5250 h 5250"/>
              <a:gd name="p0x7" fmla="*/ 1175 w 5250"/>
              <a:gd name="p0y7" fmla="*/ 5250 h 5250"/>
              <a:gd name="p0x8" fmla="*/ 0 w 5250"/>
              <a:gd name="p0y8" fmla="*/ 4074 h 5250"/>
              <a:gd name="p0x9" fmla="*/ 0 w 5250"/>
              <a:gd name="p0y9" fmla="*/ 2625 h 5250"/>
              <a:gd name="p0x10" fmla="*/ 0 w 5250"/>
              <a:gd name="p0y10" fmla="*/ 1175 h 5250"/>
              <a:gd name="p0x11" fmla="*/ 1175 w 5250"/>
              <a:gd name="p0y11" fmla="*/ 0 h 5250"/>
              <a:gd name="p0x12" fmla="*/ 2625 w 5250"/>
              <a:gd name="p0y12" fmla="*/ 0 h 52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F0F4C3">
                  <a:alpha val="30001"/>
                </a:srgbClr>
              </a:gs>
              <a:gs pos="100000">
                <a:srgbClr val="DCE775">
                  <a:alpha val="30001"/>
                </a:srgbClr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457200" y="410528"/>
            <a:ext cx="7453313" cy="5172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700" b="1" spc="75">
                <a:solidFill>
                  <a:srgbClr val="004D4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界面一：首页（</a:t>
            </a:r>
            <a:r>
              <a:rPr lang="en-US" altLang="zh-CN" sz="2700" b="1" spc="75">
                <a:solidFill>
                  <a:srgbClr val="004D4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Page_Home</a:t>
            </a:r>
            <a:r>
              <a:rPr lang="zh-CN" altLang="en-US" sz="2700" b="1" spc="75">
                <a:solidFill>
                  <a:srgbClr val="004D4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）</a:t>
            </a:r>
            <a:r>
              <a:rPr lang="en-US" altLang="zh-CN" sz="2700" b="1" spc="75">
                <a:solidFill>
                  <a:srgbClr val="004D4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— </a:t>
            </a:r>
            <a:r>
              <a:rPr lang="zh-CN" altLang="en-US" sz="2700" b="1" spc="75">
                <a:solidFill>
                  <a:srgbClr val="004D4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个人主页</a:t>
            </a:r>
            <a:endParaRPr lang="zh-CN" altLang="en-US" sz="2700" b="1" spc="75">
              <a:solidFill>
                <a:srgbClr val="004D4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1114425" y="1588135"/>
            <a:ext cx="2686050" cy="3448050"/>
          </a:xfrm>
          <a:custGeom>
            <a:avLst/>
            <a:gdLst>
              <a:gd name="sw" fmla="*/ 1 w 4230"/>
              <a:gd name="sh" fmla="*/ 1 h 5430"/>
              <a:gd name="mins" fmla="min sw sh"/>
              <a:gd name="dsw" fmla="+- 0 sw mins"/>
              <a:gd name="dsh" fmla="+- 0 sh mins"/>
              <a:gd name="p0x0" fmla="*/ 360 w 4230"/>
              <a:gd name="p0y0" fmla="*/ 0 h 5430"/>
              <a:gd name="p0x1" fmla="*/ 3870 w 4230"/>
              <a:gd name="p0y1" fmla="*/ 0 h 5430"/>
              <a:gd name="p0x2" fmla="*/ 4068 w 4230"/>
              <a:gd name="p0y2" fmla="*/ 0 h 5430"/>
              <a:gd name="p0x3" fmla="*/ 4230 w 4230"/>
              <a:gd name="p0y3" fmla="*/ 161 h 5430"/>
              <a:gd name="p0x4" fmla="*/ 4230 w 4230"/>
              <a:gd name="p0y4" fmla="*/ 360 h 5430"/>
              <a:gd name="p0x5" fmla="*/ 4230 w 4230"/>
              <a:gd name="p0y5" fmla="*/ 5070 h 5430"/>
              <a:gd name="p0x6" fmla="*/ 4230 w 4230"/>
              <a:gd name="p0y6" fmla="*/ 5268 h 5430"/>
              <a:gd name="p0x7" fmla="*/ 4068 w 4230"/>
              <a:gd name="p0y7" fmla="*/ 5430 h 5430"/>
              <a:gd name="p0x8" fmla="*/ 3870 w 4230"/>
              <a:gd name="p0y8" fmla="*/ 5430 h 5430"/>
              <a:gd name="p0x9" fmla="*/ 360 w 4230"/>
              <a:gd name="p0y9" fmla="*/ 5430 h 5430"/>
              <a:gd name="p0x10" fmla="*/ 161 w 4230"/>
              <a:gd name="p0y10" fmla="*/ 5430 h 5430"/>
              <a:gd name="p0x11" fmla="*/ 0 w 4230"/>
              <a:gd name="p0y11" fmla="*/ 5268 h 5430"/>
              <a:gd name="p0x12" fmla="*/ 0 w 4230"/>
              <a:gd name="p0y12" fmla="*/ 5070 h 5430"/>
              <a:gd name="p0x13" fmla="*/ 0 w 4230"/>
              <a:gd name="p0y13" fmla="*/ 360 h 5430"/>
              <a:gd name="p0x14" fmla="*/ 0 w 4230"/>
              <a:gd name="p0y14" fmla="*/ 161 h 5430"/>
              <a:gd name="p0x15" fmla="*/ 161 w 4230"/>
              <a:gd name="p0y15" fmla="*/ 0 h 5430"/>
              <a:gd name="p0x16" fmla="*/ 360 w 4230"/>
              <a:gd name="p0y16" fmla="*/ 0 h 54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37474F"/>
              </a:gs>
              <a:gs pos="100000">
                <a:srgbClr val="263238"/>
              </a:gs>
            </a:gsLst>
            <a:lin ang="3300000"/>
          </a:gradFill>
          <a:ln w="19050" cmpd="sng">
            <a:solidFill>
              <a:srgbClr val="455A64"/>
            </a:solidFill>
            <a:prstDash val="solid"/>
          </a:ln>
          <a:effectLst>
            <a:outerShdw blurRad="571500" dist="190500" dir="5399999" algn="ctr" rotWithShape="0">
              <a:srgbClr val="000000">
                <a:alpha val="3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1240631" y="5160169"/>
            <a:ext cx="268128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975">
                <a:solidFill>
                  <a:srgbClr val="78909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STM32F405 LCD Touch Screen (240</a:t>
            </a:r>
            <a:r>
              <a:rPr lang="zh-CN" altLang="en-US" sz="975">
                <a:solidFill>
                  <a:srgbClr val="78909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×</a:t>
            </a:r>
            <a:r>
              <a:rPr lang="en-US" altLang="zh-CN" sz="975">
                <a:solidFill>
                  <a:srgbClr val="78909C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320)</a:t>
            </a:r>
            <a:endParaRPr lang="en-US" altLang="zh-CN" sz="975">
              <a:solidFill>
                <a:srgbClr val="78909C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4838700" y="1297940"/>
            <a:ext cx="6896100" cy="2104390"/>
            <a:chOff x="7620" y="2044"/>
            <a:chExt cx="10860" cy="3314"/>
          </a:xfrm>
          <a:effectLst>
            <a:outerShdw blurRad="171450" dist="38100" dir="5399999" algn="ctr" rotWithShape="0">
              <a:srgbClr val="000000">
                <a:alpha val="7843"/>
              </a:srgbClr>
            </a:outerShdw>
          </a:effectLst>
        </p:grpSpPr>
        <p:sp>
          <p:nvSpPr>
            <p:cNvPr id="14" name="任意多边形 13"/>
            <p:cNvSpPr/>
            <p:nvPr>
              <p:custDataLst>
                <p:tags r:id="rId6"/>
              </p:custDataLst>
            </p:nvPr>
          </p:nvSpPr>
          <p:spPr>
            <a:xfrm>
              <a:off x="7620" y="2044"/>
              <a:ext cx="10860" cy="3315"/>
            </a:xfrm>
            <a:custGeom>
              <a:avLst/>
              <a:gdLst>
                <a:gd name="sw" fmla="*/ 1 w 10860"/>
                <a:gd name="sh" fmla="*/ 1 h 3314"/>
                <a:gd name="mins" fmla="min sw sh"/>
                <a:gd name="dsw" fmla="+- 0 sw mins"/>
                <a:gd name="dsh" fmla="+- 0 sh mins"/>
                <a:gd name="p0x0" fmla="*/ 180 w 10860"/>
                <a:gd name="p0y0" fmla="*/ 0 h 3314"/>
                <a:gd name="p0x1" fmla="*/ 10680 w 10860"/>
                <a:gd name="p0y1" fmla="*/ 0 h 3314"/>
                <a:gd name="p0x2" fmla="*/ 10779 w 10860"/>
                <a:gd name="p0y2" fmla="*/ 0 h 3314"/>
                <a:gd name="p0x3" fmla="*/ 10860 w 10860"/>
                <a:gd name="p0y3" fmla="*/ 80 h 3314"/>
                <a:gd name="p0x4" fmla="*/ 10860 w 10860"/>
                <a:gd name="p0y4" fmla="*/ 180 h 3314"/>
                <a:gd name="p0x5" fmla="*/ 10860 w 10860"/>
                <a:gd name="p0y5" fmla="*/ 3134 h 3314"/>
                <a:gd name="p0x6" fmla="*/ 10860 w 10860"/>
                <a:gd name="p0y6" fmla="*/ 3234 h 3314"/>
                <a:gd name="p0x7" fmla="*/ 10779 w 10860"/>
                <a:gd name="p0y7" fmla="*/ 3314 h 3314"/>
                <a:gd name="p0x8" fmla="*/ 10680 w 10860"/>
                <a:gd name="p0y8" fmla="*/ 3314 h 3314"/>
                <a:gd name="p0x9" fmla="*/ 180 w 10860"/>
                <a:gd name="p0y9" fmla="*/ 3314 h 3314"/>
                <a:gd name="p0x10" fmla="*/ 80 w 10860"/>
                <a:gd name="p0y10" fmla="*/ 3314 h 3314"/>
                <a:gd name="p0x11" fmla="*/ 0 w 10860"/>
                <a:gd name="p0y11" fmla="*/ 3234 h 3314"/>
                <a:gd name="p0x12" fmla="*/ 0 w 10860"/>
                <a:gd name="p0y12" fmla="*/ 3134 h 3314"/>
                <a:gd name="p0x13" fmla="*/ 0 w 10860"/>
                <a:gd name="p0y13" fmla="*/ 180 h 3314"/>
                <a:gd name="p0x14" fmla="*/ 0 w 10860"/>
                <a:gd name="p0y14" fmla="*/ 80 h 3314"/>
                <a:gd name="p0x15" fmla="*/ 80 w 10860"/>
                <a:gd name="p0y15" fmla="*/ 0 h 3314"/>
                <a:gd name="p0x16" fmla="*/ 180 w 10860"/>
                <a:gd name="p0y16" fmla="*/ 0 h 331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7"/>
              </p:custDataLst>
            </p:nvPr>
          </p:nvSpPr>
          <p:spPr>
            <a:xfrm>
              <a:off x="7620" y="2044"/>
              <a:ext cx="180" cy="3315"/>
            </a:xfrm>
            <a:custGeom>
              <a:avLst/>
              <a:gdLst>
                <a:gd name="sw" fmla="*/ 1 w 180"/>
                <a:gd name="sh" fmla="*/ 1 h 3314"/>
                <a:gd name="mins" fmla="min sw sh"/>
                <a:gd name="dsw" fmla="+- 0 sw mins"/>
                <a:gd name="dsh" fmla="+- 0 sh mins"/>
                <a:gd name="p0x0" fmla="*/ 0 w 180"/>
                <a:gd name="p0y0" fmla="*/ 3134 h 3314"/>
                <a:gd name="p0x1" fmla="*/ 0 w 180"/>
                <a:gd name="p0y1" fmla="*/ 180 h 3314"/>
                <a:gd name="p0x2" fmla="*/ 0 w 180"/>
                <a:gd name="p0y2" fmla="*/ 80 h 3314"/>
                <a:gd name="p0x3" fmla="*/ 80 w 180"/>
                <a:gd name="p0y3" fmla="*/ 0 h 3314"/>
                <a:gd name="p0x4" fmla="*/ 180 w 180"/>
                <a:gd name="p0y4" fmla="*/ 0 h 3314"/>
                <a:gd name="p0x5" fmla="*/ 113 w 180"/>
                <a:gd name="p0y5" fmla="*/ 0 h 3314"/>
                <a:gd name="p0x6" fmla="*/ 60 w 180"/>
                <a:gd name="p0y6" fmla="*/ 80 h 3314"/>
                <a:gd name="p0x7" fmla="*/ 60 w 180"/>
                <a:gd name="p0y7" fmla="*/ 180 h 3314"/>
                <a:gd name="p0x8" fmla="*/ 60 w 180"/>
                <a:gd name="p0y8" fmla="*/ 3134 h 3314"/>
                <a:gd name="p0x9" fmla="*/ 60 w 180"/>
                <a:gd name="p0y9" fmla="*/ 3234 h 3314"/>
                <a:gd name="p0x10" fmla="*/ 113 w 180"/>
                <a:gd name="p0y10" fmla="*/ 3314 h 3314"/>
                <a:gd name="p0x11" fmla="*/ 180 w 180"/>
                <a:gd name="p0y11" fmla="*/ 3314 h 3314"/>
                <a:gd name="p0x12" fmla="*/ 80 w 180"/>
                <a:gd name="p0y12" fmla="*/ 3314 h 3314"/>
                <a:gd name="p0x13" fmla="*/ 0 w 180"/>
                <a:gd name="p0y13" fmla="*/ 3234 h 3314"/>
                <a:gd name="p0x14" fmla="*/ 0 w 180"/>
                <a:gd name="p0y14" fmla="*/ 3134 h 331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26A69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7" name="图片 1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-2500" b="-2500"/>
          <a:stretch>
            <a:fillRect/>
          </a:stretch>
        </p:blipFill>
        <p:spPr>
          <a:xfrm>
            <a:off x="5143500" y="1602740"/>
            <a:ext cx="190500" cy="20002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5429250" y="1565081"/>
            <a:ext cx="6038850" cy="2762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>
                <a:solidFill>
                  <a:srgbClr val="004D40"/>
                </a:solidFill>
                <a:latin typeface="Microsoft YaHei" panose="020B0503020204020204" charset="-122"/>
                <a:ea typeface="Microsoft YaHei" panose="020B0503020204020204" charset="-122"/>
              </a:rPr>
              <a:t>页面功能特性</a:t>
            </a:r>
            <a:endParaRPr sz="1500" b="1">
              <a:solidFill>
                <a:srgbClr val="004D4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12"/>
            </p:custDataLst>
          </p:nvPr>
        </p:nvSpPr>
        <p:spPr>
          <a:xfrm>
            <a:off x="4843145" y="3636645"/>
            <a:ext cx="6886575" cy="1974850"/>
          </a:xfrm>
          <a:custGeom>
            <a:avLst/>
            <a:gdLst>
              <a:gd name="sw" fmla="*/ 1 w 10845"/>
              <a:gd name="sh" fmla="*/ 1 h 3110"/>
              <a:gd name="mins" fmla="min sw sh"/>
              <a:gd name="dsw" fmla="+- 0 sw mins"/>
              <a:gd name="dsh" fmla="+- 0 sh mins"/>
              <a:gd name="p0x0" fmla="*/ 150 w 10845"/>
              <a:gd name="p0y0" fmla="*/ 0 h 3110"/>
              <a:gd name="p0x1" fmla="*/ 10695 w 10845"/>
              <a:gd name="p0y1" fmla="*/ 0 h 3110"/>
              <a:gd name="p0x2" fmla="*/ 10777 w 10845"/>
              <a:gd name="p0y2" fmla="*/ 0 h 3110"/>
              <a:gd name="p0x3" fmla="*/ 10845 w 10845"/>
              <a:gd name="p0y3" fmla="*/ 67 h 3110"/>
              <a:gd name="p0x4" fmla="*/ 10845 w 10845"/>
              <a:gd name="p0y4" fmla="*/ 150 h 3110"/>
              <a:gd name="p0x5" fmla="*/ 10845 w 10845"/>
              <a:gd name="p0y5" fmla="*/ 2960 h 3110"/>
              <a:gd name="p0x6" fmla="*/ 10845 w 10845"/>
              <a:gd name="p0y6" fmla="*/ 3043 h 3110"/>
              <a:gd name="p0x7" fmla="*/ 10777 w 10845"/>
              <a:gd name="p0y7" fmla="*/ 3110 h 3110"/>
              <a:gd name="p0x8" fmla="*/ 10695 w 10845"/>
              <a:gd name="p0y8" fmla="*/ 3110 h 3110"/>
              <a:gd name="p0x9" fmla="*/ 150 w 10845"/>
              <a:gd name="p0y9" fmla="*/ 3110 h 3110"/>
              <a:gd name="p0x10" fmla="*/ 67 w 10845"/>
              <a:gd name="p0y10" fmla="*/ 3110 h 3110"/>
              <a:gd name="p0x11" fmla="*/ 0 w 10845"/>
              <a:gd name="p0y11" fmla="*/ 3043 h 3110"/>
              <a:gd name="p0x12" fmla="*/ 0 w 10845"/>
              <a:gd name="p0y12" fmla="*/ 2960 h 3110"/>
              <a:gd name="p0x13" fmla="*/ 0 w 10845"/>
              <a:gd name="p0y13" fmla="*/ 150 h 3110"/>
              <a:gd name="p0x14" fmla="*/ 0 w 10845"/>
              <a:gd name="p0y14" fmla="*/ 67 h 3110"/>
              <a:gd name="p0x15" fmla="*/ 67 w 10845"/>
              <a:gd name="p0y15" fmla="*/ 0 h 3110"/>
              <a:gd name="p0x16" fmla="*/ 150 w 10845"/>
              <a:gd name="p0y16" fmla="*/ 0 h 31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263238"/>
          </a:solidFill>
          <a:ln w="9525" cmpd="sng">
            <a:solidFill>
              <a:srgbClr val="37474F"/>
            </a:solidFill>
            <a:prstDash val="solid"/>
          </a:ln>
          <a:effectLst>
            <a:outerShdw blurRad="171450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5038725" y="3821554"/>
            <a:ext cx="6496050" cy="1598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975">
                <a:solidFill>
                  <a:srgbClr val="C792EA"/>
                </a:solidFill>
                <a:latin typeface="Microsoft YaHei" panose="020B0503020204020204" charset="-122"/>
                <a:ea typeface="Microsoft YaHei" panose="020B0503020204020204" charset="-122"/>
              </a:rPr>
              <a:t>void</a:t>
            </a:r>
            <a:r>
              <a:rPr sz="315"/>
              <a:t> </a:t>
            </a:r>
            <a:r>
              <a:rPr sz="975">
                <a:solidFill>
                  <a:srgbClr val="82B1FF"/>
                </a:solidFill>
                <a:latin typeface="Microsoft YaHei" panose="020B0503020204020204" charset="-122"/>
                <a:ea typeface="Microsoft YaHei" panose="020B0503020204020204" charset="-122"/>
              </a:rPr>
              <a:t>Page_Home</a:t>
            </a:r>
            <a:r>
              <a:rPr sz="975">
                <a:solidFill>
                  <a:srgbClr val="AED581"/>
                </a:solidFill>
                <a:latin typeface="Microsoft YaHei" panose="020B0503020204020204" charset="-122"/>
                <a:ea typeface="Microsoft YaHei" panose="020B0503020204020204" charset="-122"/>
              </a:rPr>
              <a:t>(</a:t>
            </a:r>
            <a:r>
              <a:rPr sz="975">
                <a:solidFill>
                  <a:srgbClr val="C792EA"/>
                </a:solidFill>
                <a:latin typeface="Microsoft YaHei" panose="020B0503020204020204" charset="-122"/>
                <a:ea typeface="Microsoft YaHei" panose="020B0503020204020204" charset="-122"/>
              </a:rPr>
              <a:t>void</a:t>
            </a:r>
            <a:r>
              <a:rPr sz="975">
                <a:solidFill>
                  <a:srgbClr val="AED581"/>
                </a:solidFill>
                <a:latin typeface="Microsoft YaHei" panose="020B0503020204020204" charset="-122"/>
                <a:ea typeface="Microsoft YaHei" panose="020B0503020204020204" charset="-122"/>
              </a:rPr>
              <a:t>) {
    </a:t>
            </a:r>
            <a:r>
              <a:rPr sz="975">
                <a:solidFill>
                  <a:srgbClr val="C792EA"/>
                </a:solidFill>
                <a:latin typeface="Microsoft YaHei" panose="020B0503020204020204" charset="-122"/>
                <a:ea typeface="Microsoft YaHei" panose="020B0503020204020204" charset="-122"/>
              </a:rPr>
              <a:t>if</a:t>
            </a:r>
            <a:r>
              <a:rPr sz="975">
                <a:solidFill>
                  <a:srgbClr val="AED581"/>
                </a:solidFill>
                <a:latin typeface="Microsoft YaHei" panose="020B0503020204020204" charset="-122"/>
                <a:ea typeface="Microsoft YaHei" panose="020B0503020204020204" charset="-122"/>
              </a:rPr>
              <a:t>(ui_flag == 0) {
        ui_flag = 1;
        </a:t>
            </a:r>
            <a:r>
              <a:rPr sz="975">
                <a:solidFill>
                  <a:srgbClr val="82B1FF"/>
                </a:solidFill>
                <a:latin typeface="Microsoft YaHei" panose="020B0503020204020204" charset="-122"/>
                <a:ea typeface="Microsoft YaHei" panose="020B0503020204020204" charset="-122"/>
              </a:rPr>
              <a:t>Lcd_DisplayPic</a:t>
            </a:r>
            <a:r>
              <a:rPr sz="975">
                <a:solidFill>
                  <a:srgbClr val="AED581"/>
                </a:solidFill>
                <a:latin typeface="Microsoft YaHei" panose="020B0503020204020204" charset="-122"/>
                <a:ea typeface="Microsoft YaHei" panose="020B0503020204020204" charset="-122"/>
              </a:rPr>
              <a:t>(0, 0, (u8 *)gImage_11);
        </a:t>
            </a:r>
            <a:r>
              <a:rPr sz="975">
                <a:solidFill>
                  <a:srgbClr val="82B1FF"/>
                </a:solidFill>
                <a:latin typeface="Microsoft YaHei" panose="020B0503020204020204" charset="-122"/>
                <a:ea typeface="Microsoft YaHei" panose="020B0503020204020204" charset="-122"/>
              </a:rPr>
              <a:t>Lcd_ZikuStr</a:t>
            </a:r>
            <a:r>
              <a:rPr sz="975">
                <a:solidFill>
                  <a:srgbClr val="AED581"/>
                </a:solidFill>
                <a:latin typeface="Microsoft YaHei" panose="020B0503020204020204" charset="-122"/>
                <a:ea typeface="Microsoft YaHei" panose="020B0503020204020204" charset="-122"/>
              </a:rPr>
              <a:t>(80, 280, RED, WHITE, 16, 
                    (u8 *)</a:t>
            </a:r>
            <a:r>
              <a:rPr lang="en-US" sz="975">
                <a:solidFill>
                  <a:srgbClr val="C3E88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"</a:t>
            </a:r>
            <a:r>
              <a:rPr lang="zh-CN" altLang="en-US" sz="975">
                <a:solidFill>
                  <a:srgbClr val="C3E88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宾哥真帅</a:t>
            </a:r>
            <a:r>
              <a:rPr lang="en-US" altLang="zh-CN" sz="975">
                <a:solidFill>
                  <a:srgbClr val="C3E88D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"</a:t>
            </a:r>
            <a:r>
              <a:rPr sz="975">
                <a:solidFill>
                  <a:srgbClr val="AED581"/>
                </a:solidFill>
                <a:latin typeface="Microsoft YaHei" panose="020B0503020204020204" charset="-122"/>
                <a:ea typeface="Microsoft YaHei" panose="020B0503020204020204" charset="-122"/>
              </a:rPr>
              <a:t>);
    }
}</a:t>
            </a:r>
            <a:endParaRPr sz="975">
              <a:solidFill>
                <a:srgbClr val="AED58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14"/>
            </p:custDataLst>
          </p:nvPr>
        </p:nvSpPr>
        <p:spPr>
          <a:xfrm>
            <a:off x="1314450" y="1788160"/>
            <a:ext cx="2286000" cy="3048000"/>
          </a:xfrm>
          <a:custGeom>
            <a:avLst/>
            <a:gdLst>
              <a:gd name="sw" fmla="*/ 1 w 3600"/>
              <a:gd name="sh" fmla="*/ 1 h 4800"/>
              <a:gd name="mins" fmla="min sw sh"/>
              <a:gd name="dsw" fmla="+- 0 sw mins"/>
              <a:gd name="dsh" fmla="+- 0 sh mins"/>
              <a:gd name="p0x0" fmla="*/ 60 w 3600"/>
              <a:gd name="p0y0" fmla="*/ 0 h 4800"/>
              <a:gd name="p0x1" fmla="*/ 3540 w 3600"/>
              <a:gd name="p0y1" fmla="*/ 0 h 4800"/>
              <a:gd name="p0x2" fmla="*/ 3573 w 3600"/>
              <a:gd name="p0y2" fmla="*/ 0 h 4800"/>
              <a:gd name="p0x3" fmla="*/ 3600 w 3600"/>
              <a:gd name="p0y3" fmla="*/ 26 h 4800"/>
              <a:gd name="p0x4" fmla="*/ 3600 w 3600"/>
              <a:gd name="p0y4" fmla="*/ 60 h 4800"/>
              <a:gd name="p0x5" fmla="*/ 3600 w 3600"/>
              <a:gd name="p0y5" fmla="*/ 4740 h 4800"/>
              <a:gd name="p0x6" fmla="*/ 3600 w 3600"/>
              <a:gd name="p0y6" fmla="*/ 4773 h 4800"/>
              <a:gd name="p0x7" fmla="*/ 3573 w 3600"/>
              <a:gd name="p0y7" fmla="*/ 4800 h 4800"/>
              <a:gd name="p0x8" fmla="*/ 3540 w 3600"/>
              <a:gd name="p0y8" fmla="*/ 4800 h 4800"/>
              <a:gd name="p0x9" fmla="*/ 60 w 3600"/>
              <a:gd name="p0y9" fmla="*/ 4800 h 4800"/>
              <a:gd name="p0x10" fmla="*/ 26 w 3600"/>
              <a:gd name="p0y10" fmla="*/ 4800 h 4800"/>
              <a:gd name="p0x11" fmla="*/ 0 w 3600"/>
              <a:gd name="p0y11" fmla="*/ 4773 h 4800"/>
              <a:gd name="p0x12" fmla="*/ 0 w 3600"/>
              <a:gd name="p0y12" fmla="*/ 4740 h 4800"/>
              <a:gd name="p0x13" fmla="*/ 0 w 3600"/>
              <a:gd name="p0y13" fmla="*/ 60 h 4800"/>
              <a:gd name="p0x14" fmla="*/ 0 w 3600"/>
              <a:gd name="p0y14" fmla="*/ 26 h 4800"/>
              <a:gd name="p0x15" fmla="*/ 26 w 3600"/>
              <a:gd name="p0y15" fmla="*/ 0 h 4800"/>
              <a:gd name="p0x16" fmla="*/ 60 w 3600"/>
              <a:gd name="p0y16" fmla="*/ 0 h 48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  <a:effectLst>
            <a:innerShdw blurRad="285750">
              <a:srgbClr val="000000">
                <a:alpha val="10196"/>
              </a:srgb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15"/>
            </p:custDataLst>
          </p:nvPr>
        </p:nvSpPr>
        <p:spPr>
          <a:xfrm>
            <a:off x="1314450" y="1788160"/>
            <a:ext cx="2286000" cy="3048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600" h="4800">
                <a:moveTo>
                  <a:pt x="60" y="0"/>
                </a:moveTo>
                <a:lnTo>
                  <a:pt x="3540" y="0"/>
                </a:lnTo>
                <a:cubicBezTo>
                  <a:pt x="3573" y="0"/>
                  <a:pt x="3600" y="27"/>
                  <a:pt x="3600" y="60"/>
                </a:cubicBezTo>
                <a:lnTo>
                  <a:pt x="3600" y="4740"/>
                </a:lnTo>
                <a:cubicBezTo>
                  <a:pt x="3600" y="4773"/>
                  <a:pt x="3573" y="4800"/>
                  <a:pt x="3540" y="4800"/>
                </a:cubicBezTo>
                <a:lnTo>
                  <a:pt x="60" y="4800"/>
                </a:lnTo>
                <a:cubicBezTo>
                  <a:pt x="27" y="4800"/>
                  <a:pt x="0" y="4773"/>
                  <a:pt x="0" y="4740"/>
                </a:cubicBez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close/>
              </a:path>
            </a:pathLst>
          </a:custGeom>
          <a:gradFill>
            <a:gsLst>
              <a:gs pos="0">
                <a:srgbClr val="F5F5F5"/>
              </a:gs>
              <a:gs pos="100000">
                <a:srgbClr val="E8E8E8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16"/>
            </p:custDataLst>
          </p:nvPr>
        </p:nvSpPr>
        <p:spPr>
          <a:xfrm>
            <a:off x="1809750" y="2397760"/>
            <a:ext cx="1295400" cy="1295400"/>
          </a:xfrm>
          <a:custGeom>
            <a:avLst/>
            <a:gdLst>
              <a:gd name="sw" fmla="*/ 1 w 2040"/>
              <a:gd name="sh" fmla="*/ 1 h 2040"/>
              <a:gd name="mins" fmla="min sw sh"/>
              <a:gd name="dsw" fmla="+- 0 sw mins"/>
              <a:gd name="dsh" fmla="+- 0 sh mins"/>
              <a:gd name="p0x0" fmla="*/ 1020 w 2040"/>
              <a:gd name="p0y0" fmla="*/ 0 h 2040"/>
              <a:gd name="p0x1" fmla="*/ 1583 w 2040"/>
              <a:gd name="p0y1" fmla="*/ 0 h 2040"/>
              <a:gd name="p0x2" fmla="*/ 2040 w 2040"/>
              <a:gd name="p0y2" fmla="*/ 456 h 2040"/>
              <a:gd name="p0x3" fmla="*/ 2040 w 2040"/>
              <a:gd name="p0y3" fmla="*/ 1020 h 2040"/>
              <a:gd name="p0x4" fmla="*/ 2040 w 2040"/>
              <a:gd name="p0y4" fmla="*/ 1583 h 2040"/>
              <a:gd name="p0x5" fmla="*/ 1583 w 2040"/>
              <a:gd name="p0y5" fmla="*/ 2040 h 2040"/>
              <a:gd name="p0x6" fmla="*/ 1020 w 2040"/>
              <a:gd name="p0y6" fmla="*/ 2040 h 2040"/>
              <a:gd name="p0x7" fmla="*/ 456 w 2040"/>
              <a:gd name="p0y7" fmla="*/ 2040 h 2040"/>
              <a:gd name="p0x8" fmla="*/ 0 w 2040"/>
              <a:gd name="p0y8" fmla="*/ 1583 h 2040"/>
              <a:gd name="p0x9" fmla="*/ 0 w 2040"/>
              <a:gd name="p0y9" fmla="*/ 1020 h 2040"/>
              <a:gd name="p0x10" fmla="*/ 0 w 2040"/>
              <a:gd name="p0y10" fmla="*/ 456 h 2040"/>
              <a:gd name="p0x11" fmla="*/ 456 w 2040"/>
              <a:gd name="p0y11" fmla="*/ 0 h 2040"/>
              <a:gd name="p0x12" fmla="*/ 1020 w 2040"/>
              <a:gd name="p0y12" fmla="*/ 0 h 20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rgbClr val="4A5568"/>
              </a:gs>
              <a:gs pos="100000">
                <a:srgbClr val="2D3748"/>
              </a:gs>
            </a:gsLst>
            <a:lin ang="2700000"/>
          </a:gradFill>
          <a:ln w="38100" cmpd="sng">
            <a:solidFill>
              <a:srgbClr val="FFFFFF"/>
            </a:solidFill>
            <a:prstDash val="solid"/>
          </a:ln>
          <a:effectLst>
            <a:outerShdw blurRad="228600" dist="76200" dir="5399999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-2344" b="-2344"/>
          <a:stretch>
            <a:fillRect/>
          </a:stretch>
        </p:blipFill>
        <p:spPr>
          <a:xfrm>
            <a:off x="2190750" y="2726055"/>
            <a:ext cx="533400" cy="63817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20"/>
            </p:custDataLst>
          </p:nvPr>
        </p:nvSpPr>
        <p:spPr>
          <a:xfrm>
            <a:off x="1833563" y="3885724"/>
            <a:ext cx="1247775" cy="3724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</a:pPr>
            <a:r>
              <a:rPr lang="zh-CN" altLang="en-US" sz="900">
                <a:solidFill>
                  <a:srgbClr val="718096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深色</a:t>
            </a:r>
            <a:r>
              <a:rPr lang="en-US" altLang="zh-CN" sz="900">
                <a:solidFill>
                  <a:srgbClr val="718096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Polo</a:t>
            </a:r>
            <a:r>
              <a:rPr lang="zh-CN" altLang="en-US" sz="900">
                <a:solidFill>
                  <a:srgbClr val="718096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衫</a:t>
            </a:r>
            <a:r>
              <a:rPr lang="en-US" altLang="zh-CN" sz="900">
                <a:solidFill>
                  <a:srgbClr val="718096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· </a:t>
            </a:r>
            <a:r>
              <a:rPr lang="zh-CN" altLang="en-US" sz="900">
                <a:solidFill>
                  <a:srgbClr val="718096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卷发</a:t>
            </a:r>
            <a:endParaRPr lang="zh-CN" altLang="en-US" sz="900">
              <a:solidFill>
                <a:srgbClr val="718096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900">
                <a:solidFill>
                  <a:srgbClr val="718096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面向左下方</a:t>
            </a:r>
            <a:r>
              <a:rPr lang="en-US" altLang="zh-CN" sz="900">
                <a:solidFill>
                  <a:srgbClr val="718096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· </a:t>
            </a:r>
            <a:r>
              <a:rPr lang="zh-CN" altLang="en-US" sz="900">
                <a:solidFill>
                  <a:srgbClr val="718096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教室场景</a:t>
            </a:r>
            <a:endParaRPr lang="zh-CN" altLang="en-US" sz="900">
              <a:solidFill>
                <a:srgbClr val="718096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1"/>
            </p:custDataLst>
          </p:nvPr>
        </p:nvSpPr>
        <p:spPr>
          <a:xfrm>
            <a:off x="2724150" y="4398169"/>
            <a:ext cx="8572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E53E3E"/>
                </a:solidFill>
                <a:effectLst>
                  <a:outerShdw blurRad="28575" dist="13470" dir="2699999" algn="ctr" rotWithShape="0">
                    <a:srgbClr val="FFFFFF">
                      <a:alpha val="80000"/>
                    </a:srgbClr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宾哥真帅</a:t>
            </a:r>
            <a:endParaRPr sz="1350" b="1">
              <a:solidFill>
                <a:srgbClr val="E53E3E"/>
              </a:solidFill>
              <a:effectLst>
                <a:outerShdw blurRad="28575" dist="13470" dir="2699999" algn="ctr" rotWithShape="0">
                  <a:srgbClr val="FFFFFF">
                    <a:alpha val="80000"/>
                  </a:srgbClr>
                </a:outerShdw>
              </a:effectLst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2"/>
            </p:custDataLst>
          </p:nvPr>
        </p:nvSpPr>
        <p:spPr>
          <a:xfrm>
            <a:off x="5372100" y="1974656"/>
            <a:ext cx="6096000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67000"/>
              </a:lnSpc>
            </a:pPr>
            <a:r>
              <a:rPr lang="zh-CN" altLang="en-US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四页面</a:t>
            </a:r>
            <a:r>
              <a:rPr lang="en-US" altLang="zh-CN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UI</a:t>
            </a:r>
            <a:r>
              <a:rPr lang="zh-CN" altLang="en-US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系统首页（</a:t>
            </a:r>
            <a:r>
              <a:rPr lang="en-US" altLang="zh-CN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current_page = 0</a:t>
            </a:r>
            <a:r>
              <a:rPr lang="zh-CN" altLang="en-US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）</a:t>
            </a:r>
            <a:endParaRPr lang="zh-CN" altLang="en-US" sz="1125">
              <a:solidFill>
                <a:srgbClr val="455A6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5143500" y="208851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26A69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5372100" y="2260406"/>
            <a:ext cx="6096000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67000"/>
              </a:lnSpc>
            </a:pPr>
            <a:r>
              <a:rPr lang="zh-CN" altLang="en-US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使用</a:t>
            </a:r>
            <a:r>
              <a:rPr lang="en-US" altLang="zh-CN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125" b="1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</a:rPr>
              <a:t>Lcd_DisplayPic()</a:t>
            </a:r>
            <a:r>
              <a:rPr lang="en-US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lang="zh-CN" altLang="en-US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全屏显示</a:t>
            </a:r>
            <a:r>
              <a:rPr lang="en-US" altLang="zh-CN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RGB565</a:t>
            </a:r>
            <a:r>
              <a:rPr lang="zh-CN" altLang="en-US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格式图像</a:t>
            </a:r>
            <a:endParaRPr lang="zh-CN" altLang="en-US" sz="1125">
              <a:solidFill>
                <a:srgbClr val="455A6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5"/>
            </p:custDataLst>
          </p:nvPr>
        </p:nvSpPr>
        <p:spPr>
          <a:xfrm>
            <a:off x="5143500" y="237426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26A69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5372100" y="2546156"/>
            <a:ext cx="6096000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67000"/>
              </a:lnSpc>
            </a:pPr>
            <a:r>
              <a:rPr lang="zh-CN" altLang="en-US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调用</a:t>
            </a:r>
            <a:r>
              <a:rPr lang="en-US" altLang="zh-CN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125" b="1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</a:rPr>
              <a:t>Lcd_ZikuStr()</a:t>
            </a:r>
            <a:r>
              <a:rPr lang="en-US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</a:t>
            </a:r>
            <a:r>
              <a:rPr lang="zh-CN" altLang="en-US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读取</a:t>
            </a:r>
            <a:r>
              <a:rPr lang="en-US" altLang="zh-CN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W25Q64</a:t>
            </a:r>
            <a:r>
              <a:rPr lang="zh-CN" altLang="en-US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字库显示中文</a:t>
            </a:r>
            <a:endParaRPr lang="zh-CN" altLang="en-US" sz="1125">
              <a:solidFill>
                <a:srgbClr val="455A6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7"/>
            </p:custDataLst>
          </p:nvPr>
        </p:nvSpPr>
        <p:spPr>
          <a:xfrm>
            <a:off x="5143500" y="266001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26A69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8"/>
            </p:custDataLst>
          </p:nvPr>
        </p:nvSpPr>
        <p:spPr>
          <a:xfrm>
            <a:off x="5372100" y="2831906"/>
            <a:ext cx="6096000" cy="323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67000"/>
              </a:lnSpc>
            </a:pPr>
            <a:r>
              <a:rPr lang="zh-CN" altLang="en-US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浅灰色背景设计，</a:t>
            </a:r>
            <a:r>
              <a:rPr lang="en-US" altLang="zh-CN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UI</a:t>
            </a:r>
            <a:r>
              <a:rPr lang="zh-CN" altLang="en-US" sz="1125">
                <a:solidFill>
                  <a:srgbClr val="455A6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简洁美观</a:t>
            </a:r>
            <a:endParaRPr lang="zh-CN" altLang="en-US" sz="1125">
              <a:solidFill>
                <a:srgbClr val="455A6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9"/>
            </p:custDataLst>
          </p:nvPr>
        </p:nvSpPr>
        <p:spPr>
          <a:xfrm>
            <a:off x="5143500" y="294576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26A69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0"/>
            </p:custDataLst>
          </p:nvPr>
        </p:nvSpPr>
        <p:spPr>
          <a:xfrm>
            <a:off x="3973830" y="5953125"/>
            <a:ext cx="4243705" cy="447675"/>
          </a:xfrm>
          <a:custGeom>
            <a:avLst/>
            <a:gdLst>
              <a:gd name="sw" fmla="*/ 1 w 6682"/>
              <a:gd name="sh" fmla="*/ 1 h 705"/>
              <a:gd name="mins" fmla="min sw sh"/>
              <a:gd name="dsw" fmla="+- 0 sw mins"/>
              <a:gd name="dsh" fmla="+- 0 sh mins"/>
              <a:gd name="p0x0" fmla="*/ 352 w 6682"/>
              <a:gd name="p0y0" fmla="*/ 0 h 705"/>
              <a:gd name="p0x1" fmla="*/ 6330 w 6682"/>
              <a:gd name="p0y1" fmla="*/ 0 h 705"/>
              <a:gd name="p0x2" fmla="*/ 6524 w 6682"/>
              <a:gd name="p0y2" fmla="*/ 0 h 705"/>
              <a:gd name="p0x3" fmla="*/ 6682 w 6682"/>
              <a:gd name="p0y3" fmla="*/ 157 h 705"/>
              <a:gd name="p0x4" fmla="*/ 6682 w 6682"/>
              <a:gd name="p0y4" fmla="*/ 352 h 705"/>
              <a:gd name="p0x5" fmla="*/ 6682 w 6682"/>
              <a:gd name="p0y5" fmla="*/ 547 h 705"/>
              <a:gd name="p0x6" fmla="*/ 6524 w 6682"/>
              <a:gd name="p0y6" fmla="*/ 705 h 705"/>
              <a:gd name="p0x7" fmla="*/ 6330 w 6682"/>
              <a:gd name="p0y7" fmla="*/ 705 h 705"/>
              <a:gd name="p0x8" fmla="*/ 352 w 6682"/>
              <a:gd name="p0y8" fmla="*/ 705 h 705"/>
              <a:gd name="p0x9" fmla="*/ 157 w 6682"/>
              <a:gd name="p0y9" fmla="*/ 705 h 705"/>
              <a:gd name="p0x10" fmla="*/ 0 w 6682"/>
              <a:gd name="p0y10" fmla="*/ 547 h 705"/>
              <a:gd name="p0x11" fmla="*/ 0 w 6682"/>
              <a:gd name="p0y11" fmla="*/ 352 h 705"/>
              <a:gd name="p0x12" fmla="*/ 0 w 6682"/>
              <a:gd name="p0y12" fmla="*/ 157 h 705"/>
              <a:gd name="p0x13" fmla="*/ 157 w 6682"/>
              <a:gd name="p0y13" fmla="*/ 0 h 705"/>
              <a:gd name="p0x14" fmla="*/ 352 w 6682"/>
              <a:gd name="p0y14" fmla="*/ 0 h 7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42875" dist="28575" dir="5399999" algn="ctr" rotWithShape="0">
              <a:srgbClr val="000000">
                <a:alpha val="509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6970" t="-40417" r="-6970" b="-40417"/>
          <a:stretch>
            <a:fillRect/>
          </a:stretch>
        </p:blipFill>
        <p:spPr>
          <a:xfrm>
            <a:off x="4278630" y="6105525"/>
            <a:ext cx="119380" cy="137795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34"/>
            </p:custDataLst>
          </p:nvPr>
        </p:nvSpPr>
        <p:spPr>
          <a:xfrm>
            <a:off x="4321969" y="6067425"/>
            <a:ext cx="3548063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lang="en-US" altLang="en-US" sz="1200" b="1">
                <a:solidFill>
                  <a:srgbClr val="004D4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STM32F405 </a:t>
            </a:r>
            <a:r>
              <a:rPr lang="zh-CN" altLang="en-US" sz="1200" b="1">
                <a:solidFill>
                  <a:srgbClr val="004D4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环境检测系统</a:t>
            </a:r>
            <a:r>
              <a:rPr lang="en-US" altLang="zh-CN" sz="1200" b="1">
                <a:solidFill>
                  <a:srgbClr val="004D4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· </a:t>
            </a:r>
            <a:r>
              <a:rPr lang="zh-CN" altLang="en-US" sz="1200" b="1">
                <a:solidFill>
                  <a:srgbClr val="004D4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人机交互界面设计</a:t>
            </a:r>
            <a:endParaRPr lang="zh-CN" altLang="en-US" sz="1200" b="1">
              <a:solidFill>
                <a:srgbClr val="004D4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-6970" t="-40417" r="-6970" b="-40417"/>
          <a:stretch>
            <a:fillRect/>
          </a:stretch>
        </p:blipFill>
        <p:spPr>
          <a:xfrm>
            <a:off x="7793355" y="6105525"/>
            <a:ext cx="119380" cy="1377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</Words>
  <Application>WPS 演示</Application>
  <PresentationFormat>宽屏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 Light</vt:lpstr>
      <vt:lpstr>微软雅黑</vt:lpstr>
      <vt:lpstr>Calibri</vt:lpstr>
      <vt:lpstr>Microsoft YaHei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 </cp:lastModifiedBy>
  <dcterms:created xsi:type="dcterms:W3CDTF">2026-07-29T06:49:05Z</dcterms:created>
  <dcterms:modified xsi:type="dcterms:W3CDTF">2026-07-29T06:49:05Z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2052-12.9.0.25365</vt:lpwstr>
  </property>
  <property fmtid="{D5CDD505-2E9C-101B-9397-08002B2CF9AE}" pid="3" name="ICV">
    <vt:lpwstr>9689AD55D57BD90361A2696A50B6AAEF_41</vt:lpwstr>
  </property>
  <property fmtid="{D5CDD505-2E9C-101B-9397-08002B2CF9AE}" pid="4" name="KSOAIPPTCode">
    <vt:lpwstr>FToaD0kMc6vysXJ3Nr7o7yNYs/7hlnVy0g5PEm++F/7iMTDF5LxPr7hzKn2hAOzT1NVJLk+FWe7EQmH/wHeqfVJ1QVP3IcVsSwizQIulxi21AyaaQTq2bBoeXk5LKQiURFqLBmXSvnDKQvfeizSv5XEVyme/tuJN9MjhlBTHUOB/tYfGRCS5X/b6GVLjtddrPqezhOiezSwIaF24g3vfHXLLa1tM4NZ1Itvp53LAg6Oqt9f60ewlitDt13Az403yQJ3obraaB0fp6rwuDOPYfEB9ijn77zJoNw6VXBQ8hNzaMXVhHQskRRDNKVA7M5BSDdzTwL5GLKsqeHvai0VHcg==</vt:lpwstr>
  </property>
</Properties>
</file>